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Playfair Display"/>
      <p:regular r:id="rId27"/>
      <p:bold r:id="rId28"/>
      <p:italic r:id="rId29"/>
      <p:boldItalic r:id="rId30"/>
    </p:embeddedFont>
    <p:embeddedFont>
      <p:font typeface="Lexend Mega"/>
      <p:regular r:id="rId31"/>
      <p:bold r:id="rId32"/>
    </p:embeddedFont>
    <p:embeddedFont>
      <p:font typeface="Tajawal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fairDisplay-bold.fntdata"/><Relationship Id="rId27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Mega-regular.fntdata"/><Relationship Id="rId30" Type="http://schemas.openxmlformats.org/officeDocument/2006/relationships/font" Target="fonts/PlayfairDisplay-boldItalic.fntdata"/><Relationship Id="rId11" Type="http://schemas.openxmlformats.org/officeDocument/2006/relationships/slide" Target="slides/slide6.xml"/><Relationship Id="rId33" Type="http://schemas.openxmlformats.org/officeDocument/2006/relationships/font" Target="fonts/Tajawal-regular.fntdata"/><Relationship Id="rId10" Type="http://schemas.openxmlformats.org/officeDocument/2006/relationships/slide" Target="slides/slide5.xml"/><Relationship Id="rId32" Type="http://schemas.openxmlformats.org/officeDocument/2006/relationships/font" Target="fonts/LexendMeg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Tajawal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e207fd22f2_0_25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e207fd22f2_0_25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e1d838b62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e1d838b62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e1d838b627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e1d838b627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bf83c288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ebf83c288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d95de74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d95de74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c7ed8cdc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c7ed8cdc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d95de746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ed95de746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c7ed8cdc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ec7ed8cdc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c7ed8cdc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ec7ed8cdc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c7ed8cdc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ec7ed8cdc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c7ed8cdc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c7ed8cdc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c7ed8cdc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ec7ed8cdc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d95de746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ed95de746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d95de746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ed95de746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d95de746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d95de746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d95de746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d95de746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c7ed8cdc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ec7ed8cdc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c7ed8cdc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ec7ed8cdc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871675" y="1177725"/>
            <a:ext cx="4245600" cy="22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71675" y="3600570"/>
            <a:ext cx="3815400" cy="36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 rot="5106824">
            <a:off x="7373023" y="2963056"/>
            <a:ext cx="2646409" cy="3100793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" name="Google Shape;13;p2"/>
          <p:cNvSpPr/>
          <p:nvPr/>
        </p:nvSpPr>
        <p:spPr>
          <a:xfrm flipH="1" rot="-2048414">
            <a:off x="6283299" y="426874"/>
            <a:ext cx="1726645" cy="694708"/>
          </a:xfrm>
          <a:custGeom>
            <a:rect b="b" l="l" r="r" t="t"/>
            <a:pathLst>
              <a:path extrusionOk="0" h="20881" w="51896">
                <a:moveTo>
                  <a:pt x="0" y="20881"/>
                </a:moveTo>
                <a:cubicBezTo>
                  <a:pt x="6849" y="19414"/>
                  <a:pt x="15601" y="17627"/>
                  <a:pt x="18732" y="11362"/>
                </a:cubicBezTo>
                <a:cubicBezTo>
                  <a:pt x="20583" y="7657"/>
                  <a:pt x="13045" y="-1604"/>
                  <a:pt x="10748" y="1842"/>
                </a:cubicBezTo>
                <a:cubicBezTo>
                  <a:pt x="6898" y="7616"/>
                  <a:pt x="20444" y="15293"/>
                  <a:pt x="27330" y="14432"/>
                </a:cubicBezTo>
                <a:cubicBezTo>
                  <a:pt x="36754" y="13254"/>
                  <a:pt x="46628" y="7902"/>
                  <a:pt x="51896" y="0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7540125" y="-1114825"/>
            <a:ext cx="3580050" cy="1991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43000"/>
              </a:schemeClr>
            </a:outerShdw>
          </a:effectLst>
        </p:spPr>
      </p:pic>
      <p:sp>
        <p:nvSpPr>
          <p:cNvPr id="15" name="Google Shape;15;p2"/>
          <p:cNvSpPr/>
          <p:nvPr/>
        </p:nvSpPr>
        <p:spPr>
          <a:xfrm>
            <a:off x="-654825" y="-86150"/>
            <a:ext cx="2821775" cy="1263875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 b="0" l="0" r="30357" t="0"/>
          <a:stretch/>
        </p:blipFill>
        <p:spPr>
          <a:xfrm rot="-5548015">
            <a:off x="-1872932" y="4706711"/>
            <a:ext cx="3556315" cy="314415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title"/>
          </p:nvPr>
        </p:nvSpPr>
        <p:spPr>
          <a:xfrm>
            <a:off x="880850" y="1969250"/>
            <a:ext cx="4009200" cy="176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831475" y="836975"/>
            <a:ext cx="1380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80850" y="3829850"/>
            <a:ext cx="2679000" cy="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flipH="1" rot="-302782">
            <a:off x="2119843" y="-57452"/>
            <a:ext cx="3381177" cy="1514431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-985575">
            <a:off x="5985400" y="4036200"/>
            <a:ext cx="6143651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10800000">
            <a:off x="-3012300" y="-2936100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720000" y="455543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0000" y="1152475"/>
            <a:ext cx="7704000" cy="3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-1327065">
            <a:off x="5405425" y="4250525"/>
            <a:ext cx="6143651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10800000">
            <a:off x="-4212825" y="-2870075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31" name="Google Shape;31;p4"/>
          <p:cNvSpPr/>
          <p:nvPr/>
        </p:nvSpPr>
        <p:spPr>
          <a:xfrm flipH="1">
            <a:off x="7334246" y="-261950"/>
            <a:ext cx="4088470" cy="1831228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" name="Google Shape;32;p4"/>
          <p:cNvSpPr/>
          <p:nvPr/>
        </p:nvSpPr>
        <p:spPr>
          <a:xfrm rot="-1391614">
            <a:off x="606073" y="362597"/>
            <a:ext cx="1294981" cy="416974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317850" y="2830943"/>
            <a:ext cx="308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b="1" i="1" sz="24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subTitle"/>
          </p:nvPr>
        </p:nvSpPr>
        <p:spPr>
          <a:xfrm>
            <a:off x="4737041" y="2830943"/>
            <a:ext cx="308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b="1" i="1" sz="24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exend Mega"/>
              <a:buNone/>
              <a:defRPr sz="2500">
                <a:latin typeface="Lexend Mega"/>
                <a:ea typeface="Lexend Mega"/>
                <a:cs typeface="Lexend Mega"/>
                <a:sym typeface="Lexend Mega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3" type="subTitle"/>
          </p:nvPr>
        </p:nvSpPr>
        <p:spPr>
          <a:xfrm>
            <a:off x="1317850" y="3266284"/>
            <a:ext cx="30891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4" type="subTitle"/>
          </p:nvPr>
        </p:nvSpPr>
        <p:spPr>
          <a:xfrm>
            <a:off x="4737041" y="3266284"/>
            <a:ext cx="30891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8326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 flipH="1" rot="3034797">
            <a:off x="8318066" y="-1033809"/>
            <a:ext cx="2086202" cy="2444399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" name="Google Shape;41;p5"/>
          <p:cNvSpPr/>
          <p:nvPr/>
        </p:nvSpPr>
        <p:spPr>
          <a:xfrm flipH="1" rot="-9757827">
            <a:off x="-1271235" y="3732752"/>
            <a:ext cx="3354557" cy="1502508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 flipH="1">
            <a:off x="8350350" y="3600825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43" name="Google Shape;43;p5"/>
          <p:cNvPicPr preferRelativeResize="0"/>
          <p:nvPr/>
        </p:nvPicPr>
        <p:blipFill rotWithShape="1">
          <a:blip r:embed="rId4">
            <a:alphaModFix/>
          </a:blip>
          <a:srcRect b="0" l="0" r="30357" t="0"/>
          <a:stretch/>
        </p:blipFill>
        <p:spPr>
          <a:xfrm rot="-10">
            <a:off x="-2309406" y="-2376888"/>
            <a:ext cx="3556311" cy="31441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title"/>
          </p:nvPr>
        </p:nvSpPr>
        <p:spPr>
          <a:xfrm>
            <a:off x="720000" y="449919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 rot="5106683">
            <a:off x="8097831" y="4012770"/>
            <a:ext cx="1668040" cy="1954439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" name="Google Shape;48;p6"/>
          <p:cNvSpPr/>
          <p:nvPr/>
        </p:nvSpPr>
        <p:spPr>
          <a:xfrm>
            <a:off x="-608800" y="-104150"/>
            <a:ext cx="1904134" cy="852863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7242575" y="-2112350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50" name="Google Shape;50;p6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-4191375" y="3862525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51" name="Google Shape;51;p6"/>
          <p:cNvSpPr/>
          <p:nvPr/>
        </p:nvSpPr>
        <p:spPr>
          <a:xfrm rot="213578">
            <a:off x="-765140" y="4130510"/>
            <a:ext cx="1294821" cy="416923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type="title"/>
          </p:nvPr>
        </p:nvSpPr>
        <p:spPr>
          <a:xfrm>
            <a:off x="837250" y="450409"/>
            <a:ext cx="3854100" cy="115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837250" y="1784200"/>
            <a:ext cx="3854100" cy="21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7350325" y="-2048925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57" name="Google Shape;57;p7"/>
          <p:cNvSpPr/>
          <p:nvPr/>
        </p:nvSpPr>
        <p:spPr>
          <a:xfrm rot="-3034797">
            <a:off x="4700682" y="-1789284"/>
            <a:ext cx="2086202" cy="2444399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 b="12207" l="6462" r="6453" t="12207"/>
          <a:stretch/>
        </p:blipFill>
        <p:spPr>
          <a:xfrm flipH="1">
            <a:off x="-3628780" y="4095425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>
            <p:ph type="title"/>
          </p:nvPr>
        </p:nvSpPr>
        <p:spPr>
          <a:xfrm>
            <a:off x="1107950" y="1272000"/>
            <a:ext cx="6928200" cy="273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62" name="Google Shape;62;p8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-924720">
            <a:off x="6249575" y="3556325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10800000">
            <a:off x="-3250425" y="-2794775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64" name="Google Shape;64;p8"/>
          <p:cNvSpPr/>
          <p:nvPr/>
        </p:nvSpPr>
        <p:spPr>
          <a:xfrm flipH="1">
            <a:off x="6441271" y="-416725"/>
            <a:ext cx="4088470" cy="1831228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" name="Google Shape;65;p8"/>
          <p:cNvSpPr/>
          <p:nvPr/>
        </p:nvSpPr>
        <p:spPr>
          <a:xfrm rot="10354515">
            <a:off x="-796266" y="3167189"/>
            <a:ext cx="2646491" cy="3100888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" name="Google Shape;66;p8"/>
          <p:cNvSpPr/>
          <p:nvPr/>
        </p:nvSpPr>
        <p:spPr>
          <a:xfrm rot="-1482782">
            <a:off x="7283503" y="4023216"/>
            <a:ext cx="1294866" cy="416937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/>
          <p:nvPr/>
        </p:nvSpPr>
        <p:spPr>
          <a:xfrm rot="-6080284">
            <a:off x="902078" y="-108770"/>
            <a:ext cx="438999" cy="1543463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 txBox="1"/>
          <p:nvPr>
            <p:ph type="title"/>
          </p:nvPr>
        </p:nvSpPr>
        <p:spPr>
          <a:xfrm>
            <a:off x="2096700" y="1249328"/>
            <a:ext cx="4950600" cy="8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9"/>
          <p:cNvSpPr txBox="1"/>
          <p:nvPr>
            <p:ph idx="1" type="subTitle"/>
          </p:nvPr>
        </p:nvSpPr>
        <p:spPr>
          <a:xfrm>
            <a:off x="2664550" y="2194075"/>
            <a:ext cx="3814800" cy="14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flipH="1" rot="10800000">
            <a:off x="5332308" y="-2830900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73" name="Google Shape;73;p9"/>
          <p:cNvSpPr/>
          <p:nvPr/>
        </p:nvSpPr>
        <p:spPr>
          <a:xfrm rot="-3034797">
            <a:off x="457307" y="-1138984"/>
            <a:ext cx="2086202" cy="2444399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" name="Google Shape;74;p9"/>
          <p:cNvSpPr/>
          <p:nvPr/>
        </p:nvSpPr>
        <p:spPr>
          <a:xfrm rot="9757827">
            <a:off x="6726853" y="3542252"/>
            <a:ext cx="3354557" cy="1502508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75" name="Google Shape;75;p9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flipH="1" rot="985575">
            <a:off x="-2673655" y="3571425"/>
            <a:ext cx="6143651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type="title"/>
          </p:nvPr>
        </p:nvSpPr>
        <p:spPr>
          <a:xfrm rot="-122021">
            <a:off x="787488" y="705126"/>
            <a:ext cx="3347709" cy="1491935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1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1284000" y="1435663"/>
            <a:ext cx="6576000" cy="15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subTitle"/>
          </p:nvPr>
        </p:nvSpPr>
        <p:spPr>
          <a:xfrm>
            <a:off x="2517400" y="3127963"/>
            <a:ext cx="4109100" cy="35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82" name="Google Shape;82;p11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flipH="1" rot="924720">
            <a:off x="-3296582" y="3745650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83" name="Google Shape;83;p11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flipH="1" rot="10800000">
            <a:off x="6203418" y="-2605450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84" name="Google Shape;84;p11"/>
          <p:cNvSpPr/>
          <p:nvPr/>
        </p:nvSpPr>
        <p:spPr>
          <a:xfrm>
            <a:off x="-1433097" y="-227400"/>
            <a:ext cx="4088470" cy="1831228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" name="Google Shape;85;p11"/>
          <p:cNvSpPr/>
          <p:nvPr/>
        </p:nvSpPr>
        <p:spPr>
          <a:xfrm flipH="1" rot="-10354515">
            <a:off x="7246419" y="3356514"/>
            <a:ext cx="2646491" cy="3100888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" name="Google Shape;86;p11"/>
          <p:cNvSpPr/>
          <p:nvPr/>
        </p:nvSpPr>
        <p:spPr>
          <a:xfrm flipH="1" rot="1482782">
            <a:off x="518275" y="4212541"/>
            <a:ext cx="1294866" cy="416937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"/>
          <p:cNvSpPr/>
          <p:nvPr/>
        </p:nvSpPr>
        <p:spPr>
          <a:xfrm flipH="1" rot="6080284">
            <a:off x="7755566" y="80555"/>
            <a:ext cx="438999" cy="1543463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title"/>
          </p:nvPr>
        </p:nvSpPr>
        <p:spPr>
          <a:xfrm>
            <a:off x="894100" y="1634525"/>
            <a:ext cx="22641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893950" y="2144850"/>
            <a:ext cx="2264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2" type="title"/>
          </p:nvPr>
        </p:nvSpPr>
        <p:spPr>
          <a:xfrm>
            <a:off x="5985938" y="1634525"/>
            <a:ext cx="22641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3"/>
          <p:cNvSpPr txBox="1"/>
          <p:nvPr>
            <p:ph idx="3" type="subTitle"/>
          </p:nvPr>
        </p:nvSpPr>
        <p:spPr>
          <a:xfrm>
            <a:off x="5985938" y="2144850"/>
            <a:ext cx="2264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4" type="title"/>
          </p:nvPr>
        </p:nvSpPr>
        <p:spPr>
          <a:xfrm>
            <a:off x="894100" y="2923576"/>
            <a:ext cx="22641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3"/>
          <p:cNvSpPr txBox="1"/>
          <p:nvPr>
            <p:ph idx="5" type="subTitle"/>
          </p:nvPr>
        </p:nvSpPr>
        <p:spPr>
          <a:xfrm>
            <a:off x="893950" y="3433901"/>
            <a:ext cx="2264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6" type="title"/>
          </p:nvPr>
        </p:nvSpPr>
        <p:spPr>
          <a:xfrm>
            <a:off x="5993924" y="2923576"/>
            <a:ext cx="22482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3"/>
          <p:cNvSpPr txBox="1"/>
          <p:nvPr>
            <p:ph idx="7" type="subTitle"/>
          </p:nvPr>
        </p:nvSpPr>
        <p:spPr>
          <a:xfrm>
            <a:off x="5985938" y="3433903"/>
            <a:ext cx="2264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8" type="title"/>
          </p:nvPr>
        </p:nvSpPr>
        <p:spPr>
          <a:xfrm>
            <a:off x="720000" y="455543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hasCustomPrompt="1" idx="9" type="title"/>
          </p:nvPr>
        </p:nvSpPr>
        <p:spPr>
          <a:xfrm>
            <a:off x="3382700" y="1968025"/>
            <a:ext cx="10245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13" type="title"/>
          </p:nvPr>
        </p:nvSpPr>
        <p:spPr>
          <a:xfrm>
            <a:off x="3382700" y="3254127"/>
            <a:ext cx="10245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14" type="title"/>
          </p:nvPr>
        </p:nvSpPr>
        <p:spPr>
          <a:xfrm>
            <a:off x="4742000" y="1968025"/>
            <a:ext cx="1001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hasCustomPrompt="1" idx="15" type="title"/>
          </p:nvPr>
        </p:nvSpPr>
        <p:spPr>
          <a:xfrm>
            <a:off x="4742000" y="3243477"/>
            <a:ext cx="1001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pic>
        <p:nvPicPr>
          <p:cNvPr id="104" name="Google Shape;104;p13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-4191375" y="3862525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7274325" y="-1648800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06" name="Google Shape;106;p13"/>
          <p:cNvSpPr/>
          <p:nvPr/>
        </p:nvSpPr>
        <p:spPr>
          <a:xfrm rot="1898856">
            <a:off x="7402575" y="427466"/>
            <a:ext cx="1294932" cy="41695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 rot="-2700000">
            <a:off x="687777" y="3707097"/>
            <a:ext cx="439006" cy="1543485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 rot="-7762746">
            <a:off x="-1269492" y="-661448"/>
            <a:ext cx="2646426" cy="3100813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10800000">
            <a:off x="-4874950" y="-2717675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12" name="Google Shape;112;p14"/>
          <p:cNvSpPr txBox="1"/>
          <p:nvPr>
            <p:ph type="title"/>
          </p:nvPr>
        </p:nvSpPr>
        <p:spPr>
          <a:xfrm>
            <a:off x="720000" y="448952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13" name="Google Shape;113;p14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-985575">
            <a:off x="5985400" y="4036200"/>
            <a:ext cx="6143651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14" name="Google Shape;114;p14"/>
          <p:cNvSpPr/>
          <p:nvPr/>
        </p:nvSpPr>
        <p:spPr>
          <a:xfrm flipH="1">
            <a:off x="8184203" y="-316525"/>
            <a:ext cx="3817297" cy="1709770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5" name="Google Shape;115;p14"/>
          <p:cNvSpPr/>
          <p:nvPr/>
        </p:nvSpPr>
        <p:spPr>
          <a:xfrm rot="-6080284">
            <a:off x="-159972" y="-40358"/>
            <a:ext cx="438999" cy="1543463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 flipH="1" rot="-9845266">
            <a:off x="-2211918" y="4033213"/>
            <a:ext cx="3817401" cy="1709817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>
            <p:ph type="title"/>
          </p:nvPr>
        </p:nvSpPr>
        <p:spPr>
          <a:xfrm>
            <a:off x="720000" y="448171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0" name="Google Shape;120;p15"/>
          <p:cNvSpPr/>
          <p:nvPr/>
        </p:nvSpPr>
        <p:spPr>
          <a:xfrm rot="10354515">
            <a:off x="-1949041" y="-1596461"/>
            <a:ext cx="2646491" cy="3100888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1" name="Google Shape;121;p15"/>
          <p:cNvSpPr/>
          <p:nvPr/>
        </p:nvSpPr>
        <p:spPr>
          <a:xfrm rot="-3924817">
            <a:off x="8148960" y="-773609"/>
            <a:ext cx="1643450" cy="1925627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22" name="Google Shape;122;p15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-468301">
            <a:off x="5261325" y="4413575"/>
            <a:ext cx="6143649" cy="388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23" name="Google Shape;123;p15"/>
          <p:cNvSpPr/>
          <p:nvPr/>
        </p:nvSpPr>
        <p:spPr>
          <a:xfrm rot="-1026079">
            <a:off x="6475415" y="4707615"/>
            <a:ext cx="1294900" cy="41694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5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843323">
            <a:off x="-2680125" y="4413576"/>
            <a:ext cx="6143649" cy="3887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>
            <p:ph idx="1" type="subTitle"/>
          </p:nvPr>
        </p:nvSpPr>
        <p:spPr>
          <a:xfrm>
            <a:off x="4975000" y="2471925"/>
            <a:ext cx="30774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type="title"/>
          </p:nvPr>
        </p:nvSpPr>
        <p:spPr>
          <a:xfrm>
            <a:off x="4589875" y="1853363"/>
            <a:ext cx="3462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-924720">
            <a:off x="6249575" y="3556325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10800000">
            <a:off x="-3250425" y="-2794775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31" name="Google Shape;131;p16"/>
          <p:cNvSpPr/>
          <p:nvPr/>
        </p:nvSpPr>
        <p:spPr>
          <a:xfrm flipH="1">
            <a:off x="6441271" y="-416725"/>
            <a:ext cx="4088470" cy="1831228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" name="Google Shape;132;p16"/>
          <p:cNvSpPr/>
          <p:nvPr/>
        </p:nvSpPr>
        <p:spPr>
          <a:xfrm rot="10354515">
            <a:off x="-796266" y="3167189"/>
            <a:ext cx="2646491" cy="3100888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3" name="Google Shape;133;p16"/>
          <p:cNvSpPr/>
          <p:nvPr/>
        </p:nvSpPr>
        <p:spPr>
          <a:xfrm rot="-1482782">
            <a:off x="7283503" y="4023216"/>
            <a:ext cx="1294866" cy="416937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720000" y="1719725"/>
            <a:ext cx="38733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type="title"/>
          </p:nvPr>
        </p:nvSpPr>
        <p:spPr>
          <a:xfrm>
            <a:off x="720000" y="455543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2" type="subTitle"/>
          </p:nvPr>
        </p:nvSpPr>
        <p:spPr>
          <a:xfrm>
            <a:off x="720000" y="1180875"/>
            <a:ext cx="77040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3" type="body"/>
          </p:nvPr>
        </p:nvSpPr>
        <p:spPr>
          <a:xfrm>
            <a:off x="4593300" y="1719725"/>
            <a:ext cx="38733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140" name="Google Shape;140;p17"/>
          <p:cNvSpPr/>
          <p:nvPr/>
        </p:nvSpPr>
        <p:spPr>
          <a:xfrm rot="10354515">
            <a:off x="-1949041" y="-1596461"/>
            <a:ext cx="2646491" cy="3100888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1" name="Google Shape;141;p17"/>
          <p:cNvSpPr/>
          <p:nvPr/>
        </p:nvSpPr>
        <p:spPr>
          <a:xfrm rot="-3924817">
            <a:off x="8148960" y="-773609"/>
            <a:ext cx="1643450" cy="1925627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-468301">
            <a:off x="5261325" y="4413575"/>
            <a:ext cx="6143649" cy="388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43" name="Google Shape;143;p17"/>
          <p:cNvSpPr/>
          <p:nvPr/>
        </p:nvSpPr>
        <p:spPr>
          <a:xfrm rot="-1026079">
            <a:off x="6475415" y="4707615"/>
            <a:ext cx="1294900" cy="41694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17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843323">
            <a:off x="-2680125" y="4413576"/>
            <a:ext cx="6143649" cy="3887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>
            <p:ph type="title"/>
          </p:nvPr>
        </p:nvSpPr>
        <p:spPr>
          <a:xfrm>
            <a:off x="865625" y="2863667"/>
            <a:ext cx="23364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8" name="Google Shape;148;p18"/>
          <p:cNvSpPr txBox="1"/>
          <p:nvPr>
            <p:ph idx="1" type="subTitle"/>
          </p:nvPr>
        </p:nvSpPr>
        <p:spPr>
          <a:xfrm>
            <a:off x="865625" y="3354937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2" type="title"/>
          </p:nvPr>
        </p:nvSpPr>
        <p:spPr>
          <a:xfrm>
            <a:off x="3403800" y="2863667"/>
            <a:ext cx="23364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18"/>
          <p:cNvSpPr txBox="1"/>
          <p:nvPr>
            <p:ph idx="3" type="subTitle"/>
          </p:nvPr>
        </p:nvSpPr>
        <p:spPr>
          <a:xfrm>
            <a:off x="3403800" y="3364388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8"/>
          <p:cNvSpPr txBox="1"/>
          <p:nvPr>
            <p:ph idx="4" type="title"/>
          </p:nvPr>
        </p:nvSpPr>
        <p:spPr>
          <a:xfrm>
            <a:off x="5941975" y="2863667"/>
            <a:ext cx="23364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subTitle"/>
          </p:nvPr>
        </p:nvSpPr>
        <p:spPr>
          <a:xfrm>
            <a:off x="5941975" y="3354937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6" type="title"/>
          </p:nvPr>
        </p:nvSpPr>
        <p:spPr>
          <a:xfrm>
            <a:off x="720000" y="455543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-1327065">
            <a:off x="5405425" y="4250525"/>
            <a:ext cx="6143651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55" name="Google Shape;155;p18"/>
          <p:cNvSpPr/>
          <p:nvPr/>
        </p:nvSpPr>
        <p:spPr>
          <a:xfrm flipH="1">
            <a:off x="6882121" y="-640600"/>
            <a:ext cx="4088470" cy="1831228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56" name="Google Shape;156;p18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rot="9163381">
            <a:off x="-2035774" y="-3248449"/>
            <a:ext cx="6143650" cy="388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57" name="Google Shape;157;p18"/>
          <p:cNvSpPr/>
          <p:nvPr/>
        </p:nvSpPr>
        <p:spPr>
          <a:xfrm rot="-6080284">
            <a:off x="816553" y="-361195"/>
            <a:ext cx="438999" cy="1543463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>
            <p:ph type="title"/>
          </p:nvPr>
        </p:nvSpPr>
        <p:spPr>
          <a:xfrm>
            <a:off x="719975" y="1904738"/>
            <a:ext cx="2305500" cy="3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1" name="Google Shape;161;p19"/>
          <p:cNvSpPr txBox="1"/>
          <p:nvPr>
            <p:ph idx="1" type="subTitle"/>
          </p:nvPr>
        </p:nvSpPr>
        <p:spPr>
          <a:xfrm>
            <a:off x="719975" y="226266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2" type="title"/>
          </p:nvPr>
        </p:nvSpPr>
        <p:spPr>
          <a:xfrm>
            <a:off x="3419249" y="1904738"/>
            <a:ext cx="2305500" cy="3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3" name="Google Shape;163;p19"/>
          <p:cNvSpPr txBox="1"/>
          <p:nvPr>
            <p:ph idx="3" type="subTitle"/>
          </p:nvPr>
        </p:nvSpPr>
        <p:spPr>
          <a:xfrm>
            <a:off x="3419244" y="226266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4" type="title"/>
          </p:nvPr>
        </p:nvSpPr>
        <p:spPr>
          <a:xfrm>
            <a:off x="719975" y="3566738"/>
            <a:ext cx="2305500" cy="3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" name="Google Shape;165;p19"/>
          <p:cNvSpPr txBox="1"/>
          <p:nvPr>
            <p:ph idx="5" type="subTitle"/>
          </p:nvPr>
        </p:nvSpPr>
        <p:spPr>
          <a:xfrm>
            <a:off x="719975" y="392466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6" type="title"/>
          </p:nvPr>
        </p:nvSpPr>
        <p:spPr>
          <a:xfrm>
            <a:off x="3419249" y="3566738"/>
            <a:ext cx="2305500" cy="3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7" name="Google Shape;167;p19"/>
          <p:cNvSpPr txBox="1"/>
          <p:nvPr>
            <p:ph idx="7" type="subTitle"/>
          </p:nvPr>
        </p:nvSpPr>
        <p:spPr>
          <a:xfrm>
            <a:off x="3419244" y="392466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8" type="title"/>
          </p:nvPr>
        </p:nvSpPr>
        <p:spPr>
          <a:xfrm>
            <a:off x="6118524" y="1904738"/>
            <a:ext cx="2305500" cy="3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9" name="Google Shape;169;p19"/>
          <p:cNvSpPr txBox="1"/>
          <p:nvPr>
            <p:ph idx="9" type="subTitle"/>
          </p:nvPr>
        </p:nvSpPr>
        <p:spPr>
          <a:xfrm>
            <a:off x="6118520" y="226266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9"/>
          <p:cNvSpPr txBox="1"/>
          <p:nvPr>
            <p:ph idx="13" type="title"/>
          </p:nvPr>
        </p:nvSpPr>
        <p:spPr>
          <a:xfrm>
            <a:off x="6118524" y="3566738"/>
            <a:ext cx="2305500" cy="3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1" name="Google Shape;171;p19"/>
          <p:cNvSpPr txBox="1"/>
          <p:nvPr>
            <p:ph idx="14" type="subTitle"/>
          </p:nvPr>
        </p:nvSpPr>
        <p:spPr>
          <a:xfrm>
            <a:off x="6118520" y="392466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15" type="title"/>
          </p:nvPr>
        </p:nvSpPr>
        <p:spPr>
          <a:xfrm>
            <a:off x="720000" y="448326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73" name="Google Shape;173;p19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7274325" y="-1953600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30000"/>
              </a:schemeClr>
            </a:outerShdw>
          </a:effectLst>
        </p:spPr>
      </p:pic>
      <p:sp>
        <p:nvSpPr>
          <p:cNvPr id="174" name="Google Shape;174;p19"/>
          <p:cNvSpPr/>
          <p:nvPr/>
        </p:nvSpPr>
        <p:spPr>
          <a:xfrm rot="5106824">
            <a:off x="8225023" y="3835806"/>
            <a:ext cx="2646409" cy="3100793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5" name="Google Shape;175;p19"/>
          <p:cNvSpPr/>
          <p:nvPr/>
        </p:nvSpPr>
        <p:spPr>
          <a:xfrm>
            <a:off x="-1204375" y="-1937"/>
            <a:ext cx="2821775" cy="1263875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76" name="Google Shape;176;p19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-4191375" y="4091125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30000"/>
              </a:schemeClr>
            </a:outerShdw>
          </a:effectLst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30357" t="0"/>
          <a:stretch/>
        </p:blipFill>
        <p:spPr>
          <a:xfrm rot="4938834">
            <a:off x="-1251640" y="-3499373"/>
            <a:ext cx="5081884" cy="449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80" name="Google Shape;180;p20"/>
          <p:cNvSpPr txBox="1"/>
          <p:nvPr>
            <p:ph hasCustomPrompt="1" type="title"/>
          </p:nvPr>
        </p:nvSpPr>
        <p:spPr>
          <a:xfrm>
            <a:off x="1848025" y="961063"/>
            <a:ext cx="5448000" cy="11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1" name="Google Shape;181;p20"/>
          <p:cNvSpPr txBox="1"/>
          <p:nvPr>
            <p:ph idx="1" type="subTitle"/>
          </p:nvPr>
        </p:nvSpPr>
        <p:spPr>
          <a:xfrm>
            <a:off x="1848025" y="2096263"/>
            <a:ext cx="54480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0"/>
          <p:cNvSpPr txBox="1"/>
          <p:nvPr>
            <p:ph hasCustomPrompt="1" idx="2" type="title"/>
          </p:nvPr>
        </p:nvSpPr>
        <p:spPr>
          <a:xfrm>
            <a:off x="1848025" y="2506711"/>
            <a:ext cx="5448000" cy="11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3" name="Google Shape;183;p20"/>
          <p:cNvSpPr txBox="1"/>
          <p:nvPr>
            <p:ph idx="3" type="subTitle"/>
          </p:nvPr>
        </p:nvSpPr>
        <p:spPr>
          <a:xfrm>
            <a:off x="1848025" y="3641838"/>
            <a:ext cx="54480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4" name="Google Shape;184;p20"/>
          <p:cNvPicPr preferRelativeResize="0"/>
          <p:nvPr/>
        </p:nvPicPr>
        <p:blipFill rotWithShape="1">
          <a:blip r:embed="rId4">
            <a:alphaModFix/>
          </a:blip>
          <a:srcRect b="12207" l="6462" r="6453" t="12207"/>
          <a:stretch/>
        </p:blipFill>
        <p:spPr>
          <a:xfrm rot="-3911081">
            <a:off x="5510600" y="3714275"/>
            <a:ext cx="6143651" cy="388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185" name="Google Shape;185;p20"/>
          <p:cNvSpPr/>
          <p:nvPr/>
        </p:nvSpPr>
        <p:spPr>
          <a:xfrm flipH="1" rot="-9488875">
            <a:off x="-1458953" y="3289861"/>
            <a:ext cx="4088490" cy="1831237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6" name="Google Shape;186;p20"/>
          <p:cNvSpPr/>
          <p:nvPr/>
        </p:nvSpPr>
        <p:spPr>
          <a:xfrm rot="-6080284">
            <a:off x="1458178" y="154205"/>
            <a:ext cx="438999" cy="1543463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 rot="-6485597">
            <a:off x="8282461" y="1730726"/>
            <a:ext cx="439026" cy="1543558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>
            <p:ph type="ctrTitle"/>
          </p:nvPr>
        </p:nvSpPr>
        <p:spPr>
          <a:xfrm>
            <a:off x="724950" y="68616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b="1"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720075" y="1741526"/>
            <a:ext cx="42939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2" name="Google Shape;192;p21"/>
          <p:cNvSpPr txBox="1"/>
          <p:nvPr>
            <p:ph idx="2" type="subTitle"/>
          </p:nvPr>
        </p:nvSpPr>
        <p:spPr>
          <a:xfrm>
            <a:off x="720000" y="3643875"/>
            <a:ext cx="4293900" cy="3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" name="Google Shape;193;p21"/>
          <p:cNvSpPr txBox="1"/>
          <p:nvPr/>
        </p:nvSpPr>
        <p:spPr>
          <a:xfrm>
            <a:off x="720000" y="4078700"/>
            <a:ext cx="38487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, including icons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 and infographics &amp; images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lt1"/>
              </a:solidFill>
              <a:highlight>
                <a:srgbClr val="DFDEFC"/>
              </a:highlight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4" name="Google Shape;194;p21"/>
          <p:cNvSpPr/>
          <p:nvPr/>
        </p:nvSpPr>
        <p:spPr>
          <a:xfrm rot="5106824">
            <a:off x="6916973" y="2796856"/>
            <a:ext cx="2646409" cy="3100793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rgbClr val="FCDE83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95" name="Google Shape;195;p21"/>
          <p:cNvPicPr preferRelativeResize="0"/>
          <p:nvPr/>
        </p:nvPicPr>
        <p:blipFill rotWithShape="1">
          <a:blip r:embed="rId6">
            <a:alphaModFix/>
          </a:blip>
          <a:srcRect b="21187" l="12236" r="12236" t="21193"/>
          <a:stretch/>
        </p:blipFill>
        <p:spPr>
          <a:xfrm rot="-262136">
            <a:off x="7120000" y="-1193325"/>
            <a:ext cx="3580049" cy="1991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43000"/>
              </a:schemeClr>
            </a:outerShdw>
          </a:effectLst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6">
            <a:alphaModFix/>
          </a:blip>
          <a:srcRect b="21187" l="12236" r="12236" t="21193"/>
          <a:stretch/>
        </p:blipFill>
        <p:spPr>
          <a:xfrm rot="261662">
            <a:off x="-1863875" y="4300100"/>
            <a:ext cx="3580049" cy="1991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43000"/>
              </a:schemeClr>
            </a:outerShdw>
          </a:effectLst>
        </p:spPr>
      </p:pic>
      <p:sp>
        <p:nvSpPr>
          <p:cNvPr id="197" name="Google Shape;197;p21"/>
          <p:cNvSpPr/>
          <p:nvPr/>
        </p:nvSpPr>
        <p:spPr>
          <a:xfrm>
            <a:off x="-1863875" y="-1937"/>
            <a:ext cx="2821775" cy="1263875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rgbClr val="FCDE8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ONLY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 rot="5106683">
            <a:off x="8097831" y="4012770"/>
            <a:ext cx="1668040" cy="1954439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1" name="Google Shape;201;p22"/>
          <p:cNvSpPr/>
          <p:nvPr/>
        </p:nvSpPr>
        <p:spPr>
          <a:xfrm>
            <a:off x="-608800" y="-104150"/>
            <a:ext cx="1904134" cy="852863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02" name="Google Shape;202;p22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7242575" y="-2112350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203" name="Google Shape;203;p22"/>
          <p:cNvPicPr preferRelativeResize="0"/>
          <p:nvPr/>
        </p:nvPicPr>
        <p:blipFill rotWithShape="1">
          <a:blip r:embed="rId3">
            <a:alphaModFix/>
          </a:blip>
          <a:srcRect b="21187" l="12236" r="12236" t="21193"/>
          <a:stretch/>
        </p:blipFill>
        <p:spPr>
          <a:xfrm>
            <a:off x="-4191375" y="3862525"/>
            <a:ext cx="5328699" cy="296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204" name="Google Shape;204;p22"/>
          <p:cNvSpPr/>
          <p:nvPr/>
        </p:nvSpPr>
        <p:spPr>
          <a:xfrm rot="213578">
            <a:off x="-765140" y="4130510"/>
            <a:ext cx="1294821" cy="416923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IG_NUMBER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flipH="1" rot="924720">
            <a:off x="-3296582" y="3745650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 b="12207" l="6462" r="6453" t="12207"/>
          <a:stretch/>
        </p:blipFill>
        <p:spPr>
          <a:xfrm flipH="1" rot="10800000">
            <a:off x="6203418" y="-2605450"/>
            <a:ext cx="6143650" cy="3887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209" name="Google Shape;209;p23"/>
          <p:cNvSpPr/>
          <p:nvPr/>
        </p:nvSpPr>
        <p:spPr>
          <a:xfrm>
            <a:off x="-1433097" y="-227400"/>
            <a:ext cx="4088470" cy="1831228"/>
          </a:xfrm>
          <a:custGeom>
            <a:rect b="b" l="l" r="r" t="t"/>
            <a:pathLst>
              <a:path extrusionOk="0" h="50555" w="112871">
                <a:moveTo>
                  <a:pt x="0" y="40481"/>
                </a:moveTo>
                <a:cubicBezTo>
                  <a:pt x="17946" y="49456"/>
                  <a:pt x="42674" y="55353"/>
                  <a:pt x="60007" y="45244"/>
                </a:cubicBezTo>
                <a:cubicBezTo>
                  <a:pt x="67440" y="40909"/>
                  <a:pt x="74280" y="31348"/>
                  <a:pt x="72866" y="22860"/>
                </a:cubicBezTo>
                <a:cubicBezTo>
                  <a:pt x="72071" y="18087"/>
                  <a:pt x="67872" y="13604"/>
                  <a:pt x="63341" y="11906"/>
                </a:cubicBezTo>
                <a:cubicBezTo>
                  <a:pt x="56901" y="9492"/>
                  <a:pt x="53597" y="25280"/>
                  <a:pt x="56673" y="31432"/>
                </a:cubicBezTo>
                <a:cubicBezTo>
                  <a:pt x="58999" y="36083"/>
                  <a:pt x="64834" y="39011"/>
                  <a:pt x="70008" y="39529"/>
                </a:cubicBezTo>
                <a:cubicBezTo>
                  <a:pt x="89347" y="41466"/>
                  <a:pt x="112871" y="19436"/>
                  <a:pt x="112871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0" name="Google Shape;210;p23"/>
          <p:cNvSpPr/>
          <p:nvPr/>
        </p:nvSpPr>
        <p:spPr>
          <a:xfrm flipH="1" rot="-10354515">
            <a:off x="7246419" y="3356514"/>
            <a:ext cx="2646491" cy="3100888"/>
          </a:xfrm>
          <a:custGeom>
            <a:rect b="b" l="l" r="r" t="t"/>
            <a:pathLst>
              <a:path extrusionOk="0" h="92918" w="79302">
                <a:moveTo>
                  <a:pt x="58003" y="487"/>
                </a:moveTo>
                <a:cubicBezTo>
                  <a:pt x="49578" y="19"/>
                  <a:pt x="40679" y="-525"/>
                  <a:pt x="32762" y="2392"/>
                </a:cubicBezTo>
                <a:cubicBezTo>
                  <a:pt x="19067" y="7438"/>
                  <a:pt x="5524" y="18893"/>
                  <a:pt x="1329" y="32872"/>
                </a:cubicBezTo>
                <a:cubicBezTo>
                  <a:pt x="-4855" y="53480"/>
                  <a:pt x="12652" y="79348"/>
                  <a:pt x="31333" y="90022"/>
                </a:cubicBezTo>
                <a:cubicBezTo>
                  <a:pt x="43337" y="96881"/>
                  <a:pt x="63669" y="90572"/>
                  <a:pt x="71338" y="79068"/>
                </a:cubicBezTo>
                <a:cubicBezTo>
                  <a:pt x="76297" y="71629"/>
                  <a:pt x="80318" y="62188"/>
                  <a:pt x="78958" y="53351"/>
                </a:cubicBezTo>
                <a:cubicBezTo>
                  <a:pt x="77953" y="46825"/>
                  <a:pt x="71090" y="42226"/>
                  <a:pt x="69909" y="35729"/>
                </a:cubicBezTo>
                <a:cubicBezTo>
                  <a:pt x="69540" y="33699"/>
                  <a:pt x="69179" y="31252"/>
                  <a:pt x="67528" y="30014"/>
                </a:cubicBezTo>
                <a:cubicBezTo>
                  <a:pt x="62415" y="26179"/>
                  <a:pt x="55121" y="23571"/>
                  <a:pt x="48954" y="25252"/>
                </a:cubicBezTo>
                <a:cubicBezTo>
                  <a:pt x="38932" y="27984"/>
                  <a:pt x="26910" y="39463"/>
                  <a:pt x="29428" y="49541"/>
                </a:cubicBezTo>
                <a:cubicBezTo>
                  <a:pt x="30901" y="55438"/>
                  <a:pt x="37473" y="59524"/>
                  <a:pt x="43239" y="61447"/>
                </a:cubicBezTo>
                <a:cubicBezTo>
                  <a:pt x="49881" y="63662"/>
                  <a:pt x="60860" y="57018"/>
                  <a:pt x="60860" y="50017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1" name="Google Shape;211;p23"/>
          <p:cNvSpPr/>
          <p:nvPr/>
        </p:nvSpPr>
        <p:spPr>
          <a:xfrm flipH="1" rot="1482782">
            <a:off x="518275" y="4212541"/>
            <a:ext cx="1294866" cy="416937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 flipH="1" rot="6080284">
            <a:off x="7755566" y="80555"/>
            <a:ext cx="438999" cy="1543463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1" i="1" sz="3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jawal"/>
              <a:buChar char="●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jawal"/>
              <a:buChar char="○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jawal"/>
              <a:buChar char="■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jawal"/>
              <a:buChar char="●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jawal"/>
              <a:buChar char="○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jawal"/>
              <a:buChar char="■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jawal"/>
              <a:buChar char="●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jawal"/>
              <a:buChar char="○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Tajawal"/>
              <a:buChar char="■"/>
              <a:defRPr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50" y="2003078"/>
            <a:ext cx="3865948" cy="684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218" name="Google Shape;218;p24"/>
          <p:cNvPicPr preferRelativeResize="0"/>
          <p:nvPr/>
        </p:nvPicPr>
        <p:blipFill rotWithShape="1">
          <a:blip r:embed="rId5">
            <a:alphaModFix/>
          </a:blip>
          <a:srcRect b="24520" l="10815" r="10815" t="29837"/>
          <a:stretch/>
        </p:blipFill>
        <p:spPr>
          <a:xfrm rot="328924">
            <a:off x="6166575" y="986524"/>
            <a:ext cx="2384267" cy="71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219" name="Google Shape;219;p24"/>
          <p:cNvSpPr txBox="1"/>
          <p:nvPr>
            <p:ph idx="1" type="subTitle"/>
          </p:nvPr>
        </p:nvSpPr>
        <p:spPr>
          <a:xfrm>
            <a:off x="756600" y="2087220"/>
            <a:ext cx="3815400" cy="3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Music that connects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 rotWithShape="1">
          <a:blip r:embed="rId6">
            <a:alphaModFix/>
          </a:blip>
          <a:srcRect b="0" l="0" r="30357" t="0"/>
          <a:stretch/>
        </p:blipFill>
        <p:spPr>
          <a:xfrm rot="397827">
            <a:off x="5418069" y="1382088"/>
            <a:ext cx="3556310" cy="31441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1" name="Google Shape;221;p24"/>
          <p:cNvSpPr txBox="1"/>
          <p:nvPr>
            <p:ph type="ctrTitle"/>
          </p:nvPr>
        </p:nvSpPr>
        <p:spPr>
          <a:xfrm>
            <a:off x="331350" y="1187288"/>
            <a:ext cx="54309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Musi</a:t>
            </a:r>
            <a:r>
              <a:rPr lang="en" sz="4800">
                <a:solidFill>
                  <a:srgbClr val="FFB055"/>
                </a:solidFill>
              </a:rPr>
              <a:t>x</a:t>
            </a:r>
            <a:r>
              <a:rPr lang="en" sz="4800"/>
              <a:t>Connection</a:t>
            </a:r>
            <a:endParaRPr sz="3400">
              <a:solidFill>
                <a:schemeClr val="lt2"/>
              </a:solidFill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5390528" y="851851"/>
            <a:ext cx="997572" cy="902199"/>
          </a:xfrm>
          <a:custGeom>
            <a:rect b="b" l="l" r="r" t="t"/>
            <a:pathLst>
              <a:path extrusionOk="0" h="77210" w="85372">
                <a:moveTo>
                  <a:pt x="59279" y="0"/>
                </a:moveTo>
                <a:lnTo>
                  <a:pt x="44292" y="13114"/>
                </a:lnTo>
                <a:lnTo>
                  <a:pt x="29439" y="26227"/>
                </a:lnTo>
                <a:lnTo>
                  <a:pt x="14585" y="39475"/>
                </a:lnTo>
                <a:lnTo>
                  <a:pt x="7360" y="46165"/>
                </a:lnTo>
                <a:lnTo>
                  <a:pt x="0" y="52856"/>
                </a:lnTo>
                <a:lnTo>
                  <a:pt x="535" y="54462"/>
                </a:lnTo>
                <a:lnTo>
                  <a:pt x="937" y="56067"/>
                </a:lnTo>
                <a:lnTo>
                  <a:pt x="1472" y="57673"/>
                </a:lnTo>
                <a:lnTo>
                  <a:pt x="1740" y="58342"/>
                </a:lnTo>
                <a:lnTo>
                  <a:pt x="2275" y="59011"/>
                </a:lnTo>
                <a:lnTo>
                  <a:pt x="3078" y="59948"/>
                </a:lnTo>
                <a:lnTo>
                  <a:pt x="4014" y="60751"/>
                </a:lnTo>
                <a:lnTo>
                  <a:pt x="4550" y="61554"/>
                </a:lnTo>
                <a:lnTo>
                  <a:pt x="4951" y="62357"/>
                </a:lnTo>
                <a:lnTo>
                  <a:pt x="5754" y="63962"/>
                </a:lnTo>
                <a:lnTo>
                  <a:pt x="6557" y="65568"/>
                </a:lnTo>
                <a:lnTo>
                  <a:pt x="7493" y="67308"/>
                </a:lnTo>
                <a:lnTo>
                  <a:pt x="9768" y="70653"/>
                </a:lnTo>
                <a:lnTo>
                  <a:pt x="14184" y="77210"/>
                </a:lnTo>
                <a:lnTo>
                  <a:pt x="21945" y="69984"/>
                </a:lnTo>
                <a:lnTo>
                  <a:pt x="30777" y="62089"/>
                </a:lnTo>
                <a:lnTo>
                  <a:pt x="49912" y="45095"/>
                </a:lnTo>
                <a:lnTo>
                  <a:pt x="68913" y="28234"/>
                </a:lnTo>
                <a:lnTo>
                  <a:pt x="85372" y="13515"/>
                </a:lnTo>
                <a:lnTo>
                  <a:pt x="84970" y="12980"/>
                </a:lnTo>
                <a:lnTo>
                  <a:pt x="84569" y="12445"/>
                </a:lnTo>
                <a:lnTo>
                  <a:pt x="83499" y="11508"/>
                </a:lnTo>
                <a:lnTo>
                  <a:pt x="82294" y="10705"/>
                </a:lnTo>
                <a:lnTo>
                  <a:pt x="81090" y="10036"/>
                </a:lnTo>
                <a:lnTo>
                  <a:pt x="78280" y="8965"/>
                </a:lnTo>
                <a:lnTo>
                  <a:pt x="76942" y="8430"/>
                </a:lnTo>
                <a:lnTo>
                  <a:pt x="75604" y="7761"/>
                </a:lnTo>
                <a:lnTo>
                  <a:pt x="74399" y="6958"/>
                </a:lnTo>
                <a:lnTo>
                  <a:pt x="73195" y="6155"/>
                </a:lnTo>
                <a:lnTo>
                  <a:pt x="70920" y="4550"/>
                </a:lnTo>
                <a:lnTo>
                  <a:pt x="69716" y="3747"/>
                </a:lnTo>
                <a:lnTo>
                  <a:pt x="68244" y="3078"/>
                </a:lnTo>
                <a:lnTo>
                  <a:pt x="66772" y="2542"/>
                </a:lnTo>
                <a:lnTo>
                  <a:pt x="65300" y="2007"/>
                </a:lnTo>
                <a:lnTo>
                  <a:pt x="62089" y="937"/>
                </a:lnTo>
                <a:lnTo>
                  <a:pt x="59279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 rot="-5156330">
            <a:off x="6142568" y="3876197"/>
            <a:ext cx="336158" cy="1075707"/>
          </a:xfrm>
          <a:custGeom>
            <a:rect b="b" l="l" r="r" t="t"/>
            <a:pathLst>
              <a:path extrusionOk="0" h="92064" w="28770">
                <a:moveTo>
                  <a:pt x="402" y="0"/>
                </a:moveTo>
                <a:lnTo>
                  <a:pt x="536" y="9367"/>
                </a:lnTo>
                <a:lnTo>
                  <a:pt x="536" y="19804"/>
                </a:lnTo>
                <a:lnTo>
                  <a:pt x="268" y="42151"/>
                </a:lnTo>
                <a:lnTo>
                  <a:pt x="0" y="64498"/>
                </a:lnTo>
                <a:lnTo>
                  <a:pt x="0" y="74935"/>
                </a:lnTo>
                <a:lnTo>
                  <a:pt x="134" y="84436"/>
                </a:lnTo>
                <a:lnTo>
                  <a:pt x="268" y="84570"/>
                </a:lnTo>
                <a:lnTo>
                  <a:pt x="402" y="84570"/>
                </a:lnTo>
                <a:lnTo>
                  <a:pt x="803" y="84703"/>
                </a:lnTo>
                <a:lnTo>
                  <a:pt x="2007" y="84570"/>
                </a:lnTo>
                <a:lnTo>
                  <a:pt x="4951" y="84168"/>
                </a:lnTo>
                <a:lnTo>
                  <a:pt x="7895" y="83900"/>
                </a:lnTo>
                <a:lnTo>
                  <a:pt x="8832" y="83900"/>
                </a:lnTo>
                <a:lnTo>
                  <a:pt x="9233" y="84034"/>
                </a:lnTo>
                <a:lnTo>
                  <a:pt x="9769" y="84302"/>
                </a:lnTo>
                <a:lnTo>
                  <a:pt x="10304" y="84837"/>
                </a:lnTo>
                <a:lnTo>
                  <a:pt x="10973" y="85774"/>
                </a:lnTo>
                <a:lnTo>
                  <a:pt x="11776" y="86577"/>
                </a:lnTo>
                <a:lnTo>
                  <a:pt x="12712" y="87112"/>
                </a:lnTo>
                <a:lnTo>
                  <a:pt x="13649" y="87513"/>
                </a:lnTo>
                <a:lnTo>
                  <a:pt x="14720" y="87647"/>
                </a:lnTo>
                <a:lnTo>
                  <a:pt x="14853" y="87647"/>
                </a:lnTo>
                <a:lnTo>
                  <a:pt x="15924" y="87513"/>
                </a:lnTo>
                <a:lnTo>
                  <a:pt x="16861" y="87513"/>
                </a:lnTo>
                <a:lnTo>
                  <a:pt x="17663" y="87647"/>
                </a:lnTo>
                <a:lnTo>
                  <a:pt x="18065" y="87781"/>
                </a:lnTo>
                <a:lnTo>
                  <a:pt x="18466" y="87915"/>
                </a:lnTo>
                <a:lnTo>
                  <a:pt x="18868" y="88316"/>
                </a:lnTo>
                <a:lnTo>
                  <a:pt x="19269" y="88718"/>
                </a:lnTo>
                <a:lnTo>
                  <a:pt x="19804" y="89788"/>
                </a:lnTo>
                <a:lnTo>
                  <a:pt x="20473" y="90725"/>
                </a:lnTo>
                <a:lnTo>
                  <a:pt x="20741" y="91126"/>
                </a:lnTo>
                <a:lnTo>
                  <a:pt x="21276" y="91394"/>
                </a:lnTo>
                <a:lnTo>
                  <a:pt x="21945" y="91662"/>
                </a:lnTo>
                <a:lnTo>
                  <a:pt x="22748" y="91662"/>
                </a:lnTo>
                <a:lnTo>
                  <a:pt x="27833" y="92063"/>
                </a:lnTo>
                <a:lnTo>
                  <a:pt x="28368" y="71590"/>
                </a:lnTo>
                <a:lnTo>
                  <a:pt x="28636" y="50046"/>
                </a:lnTo>
                <a:lnTo>
                  <a:pt x="28770" y="39207"/>
                </a:lnTo>
                <a:lnTo>
                  <a:pt x="28770" y="28502"/>
                </a:lnTo>
                <a:lnTo>
                  <a:pt x="28502" y="18065"/>
                </a:lnTo>
                <a:lnTo>
                  <a:pt x="28101" y="7895"/>
                </a:lnTo>
                <a:lnTo>
                  <a:pt x="25692" y="6958"/>
                </a:lnTo>
                <a:lnTo>
                  <a:pt x="23284" y="6156"/>
                </a:lnTo>
                <a:lnTo>
                  <a:pt x="20741" y="5486"/>
                </a:lnTo>
                <a:lnTo>
                  <a:pt x="18199" y="4951"/>
                </a:lnTo>
                <a:lnTo>
                  <a:pt x="17530" y="4817"/>
                </a:lnTo>
                <a:lnTo>
                  <a:pt x="16994" y="4684"/>
                </a:lnTo>
                <a:lnTo>
                  <a:pt x="16459" y="4282"/>
                </a:lnTo>
                <a:lnTo>
                  <a:pt x="16192" y="3881"/>
                </a:lnTo>
                <a:lnTo>
                  <a:pt x="15522" y="3078"/>
                </a:lnTo>
                <a:lnTo>
                  <a:pt x="14853" y="2409"/>
                </a:lnTo>
                <a:lnTo>
                  <a:pt x="14051" y="1874"/>
                </a:lnTo>
                <a:lnTo>
                  <a:pt x="13248" y="1606"/>
                </a:lnTo>
                <a:lnTo>
                  <a:pt x="12445" y="1338"/>
                </a:lnTo>
                <a:lnTo>
                  <a:pt x="10571" y="937"/>
                </a:lnTo>
                <a:lnTo>
                  <a:pt x="8698" y="669"/>
                </a:lnTo>
                <a:lnTo>
                  <a:pt x="3212" y="669"/>
                </a:lnTo>
                <a:lnTo>
                  <a:pt x="2275" y="535"/>
                </a:lnTo>
                <a:lnTo>
                  <a:pt x="1338" y="268"/>
                </a:lnTo>
                <a:lnTo>
                  <a:pt x="402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 txBox="1"/>
          <p:nvPr>
            <p:ph idx="1" type="subTitle"/>
          </p:nvPr>
        </p:nvSpPr>
        <p:spPr>
          <a:xfrm rot="348878">
            <a:off x="6704801" y="1060633"/>
            <a:ext cx="1430259" cy="22794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2025/2026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25" name="Google Shape;2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77366">
            <a:off x="5604425" y="1791675"/>
            <a:ext cx="3014226" cy="21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756600" y="3333200"/>
            <a:ext cx="350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Ramandeep Singh Kolian 0001119016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Sebastiano Zanetti 0001115844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Andrea Yang 0001077398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idx="1" type="subTitle"/>
          </p:nvPr>
        </p:nvSpPr>
        <p:spPr>
          <a:xfrm>
            <a:off x="2664550" y="2194075"/>
            <a:ext cx="3814800" cy="14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MusixConnection è una piattaforma gestionale completa pensata per associazioni musicali, bande e scuole di danza. Semplifica l'amministrazione, consentendo ai presidenti di gestire membri ed eventi in modo fluido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2" name="Google Shape;232;p25"/>
          <p:cNvSpPr txBox="1"/>
          <p:nvPr>
            <p:ph type="title"/>
          </p:nvPr>
        </p:nvSpPr>
        <p:spPr>
          <a:xfrm>
            <a:off x="2096700" y="1249328"/>
            <a:ext cx="49506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Introduzione</a:t>
            </a:r>
            <a:endParaRPr/>
          </a:p>
        </p:txBody>
      </p:sp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30357" t="0"/>
          <a:stretch/>
        </p:blipFill>
        <p:spPr>
          <a:xfrm rot="442863">
            <a:off x="514242" y="1255606"/>
            <a:ext cx="1746739" cy="154429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30357" t="0"/>
          <a:stretch/>
        </p:blipFill>
        <p:spPr>
          <a:xfrm rot="-15226">
            <a:off x="6922817" y="2909556"/>
            <a:ext cx="1746741" cy="154428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235" name="Google Shape;235;p25"/>
          <p:cNvSpPr/>
          <p:nvPr/>
        </p:nvSpPr>
        <p:spPr>
          <a:xfrm rot="1898856">
            <a:off x="7650725" y="2731391"/>
            <a:ext cx="1294932" cy="41695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 rot="-2700000">
            <a:off x="585752" y="1800010"/>
            <a:ext cx="439006" cy="1543485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86038">
            <a:off x="727050" y="1442488"/>
            <a:ext cx="1321125" cy="1170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5925" y="2957175"/>
            <a:ext cx="1500525" cy="15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>
            <p:ph idx="8" type="title"/>
          </p:nvPr>
        </p:nvSpPr>
        <p:spPr>
          <a:xfrm>
            <a:off x="720000" y="45554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Indice</a:t>
            </a:r>
            <a:endParaRPr/>
          </a:p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1246586" y="1229755"/>
            <a:ext cx="2047200" cy="4770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70"/>
              <a:t>Funzionalità</a:t>
            </a:r>
            <a:endParaRPr sz="2170"/>
          </a:p>
        </p:txBody>
      </p:sp>
      <p:sp>
        <p:nvSpPr>
          <p:cNvPr id="245" name="Google Shape;245;p26"/>
          <p:cNvSpPr txBox="1"/>
          <p:nvPr>
            <p:ph idx="1" type="subTitle"/>
          </p:nvPr>
        </p:nvSpPr>
        <p:spPr>
          <a:xfrm>
            <a:off x="1246450" y="1691163"/>
            <a:ext cx="2047200" cy="4383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P</a:t>
            </a:r>
            <a:r>
              <a:rPr lang="en" sz="1266"/>
              <a:t>rincipali funzionalità </a:t>
            </a:r>
            <a:r>
              <a:rPr lang="en" sz="1266"/>
              <a:t>dell'applicazione</a:t>
            </a:r>
            <a:endParaRPr sz="1266"/>
          </a:p>
        </p:txBody>
      </p:sp>
      <p:sp>
        <p:nvSpPr>
          <p:cNvPr id="246" name="Google Shape;246;p26"/>
          <p:cNvSpPr txBox="1"/>
          <p:nvPr>
            <p:ph idx="2" type="title"/>
          </p:nvPr>
        </p:nvSpPr>
        <p:spPr>
          <a:xfrm>
            <a:off x="5850362" y="1229755"/>
            <a:ext cx="2047200" cy="4770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70"/>
              <a:t>Applicazione</a:t>
            </a:r>
            <a:endParaRPr sz="2170"/>
          </a:p>
        </p:txBody>
      </p:sp>
      <p:sp>
        <p:nvSpPr>
          <p:cNvPr id="247" name="Google Shape;247;p26"/>
          <p:cNvSpPr txBox="1"/>
          <p:nvPr>
            <p:ph idx="3" type="subTitle"/>
          </p:nvPr>
        </p:nvSpPr>
        <p:spPr>
          <a:xfrm>
            <a:off x="5850362" y="1691163"/>
            <a:ext cx="2047200" cy="4383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Interfaccia utente </a:t>
            </a:r>
            <a:r>
              <a:rPr lang="en" sz="1266"/>
              <a:t>dell’applicazione</a:t>
            </a:r>
            <a:endParaRPr sz="1266"/>
          </a:p>
        </p:txBody>
      </p:sp>
      <p:sp>
        <p:nvSpPr>
          <p:cNvPr id="248" name="Google Shape;248;p26"/>
          <p:cNvSpPr txBox="1"/>
          <p:nvPr>
            <p:ph idx="4" type="title"/>
          </p:nvPr>
        </p:nvSpPr>
        <p:spPr>
          <a:xfrm>
            <a:off x="1246586" y="2395245"/>
            <a:ext cx="2047200" cy="4770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70"/>
              <a:t>Architettura</a:t>
            </a:r>
            <a:endParaRPr sz="2170"/>
          </a:p>
        </p:txBody>
      </p:sp>
      <p:sp>
        <p:nvSpPr>
          <p:cNvPr id="249" name="Google Shape;249;p26"/>
          <p:cNvSpPr txBox="1"/>
          <p:nvPr>
            <p:ph idx="5" type="subTitle"/>
          </p:nvPr>
        </p:nvSpPr>
        <p:spPr>
          <a:xfrm>
            <a:off x="1246450" y="2856653"/>
            <a:ext cx="2047200" cy="4383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Architettura</a:t>
            </a:r>
            <a:r>
              <a:rPr lang="en" sz="1266"/>
              <a:t> </a:t>
            </a:r>
            <a:r>
              <a:rPr lang="en" sz="1266"/>
              <a:t>dell'applicazione</a:t>
            </a:r>
            <a:endParaRPr sz="1266"/>
          </a:p>
        </p:txBody>
      </p:sp>
      <p:sp>
        <p:nvSpPr>
          <p:cNvPr id="250" name="Google Shape;250;p26"/>
          <p:cNvSpPr txBox="1"/>
          <p:nvPr>
            <p:ph idx="6" type="title"/>
          </p:nvPr>
        </p:nvSpPr>
        <p:spPr>
          <a:xfrm>
            <a:off x="5857582" y="2395245"/>
            <a:ext cx="2032800" cy="4770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70"/>
              <a:t>Deployment</a:t>
            </a:r>
            <a:endParaRPr sz="2170"/>
          </a:p>
        </p:txBody>
      </p:sp>
      <p:sp>
        <p:nvSpPr>
          <p:cNvPr id="251" name="Google Shape;251;p26"/>
          <p:cNvSpPr txBox="1"/>
          <p:nvPr>
            <p:ph idx="7" type="subTitle"/>
          </p:nvPr>
        </p:nvSpPr>
        <p:spPr>
          <a:xfrm>
            <a:off x="5850362" y="2856655"/>
            <a:ext cx="2047200" cy="4383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Deployment dell’applicazione</a:t>
            </a:r>
            <a:endParaRPr sz="1266"/>
          </a:p>
        </p:txBody>
      </p:sp>
      <p:sp>
        <p:nvSpPr>
          <p:cNvPr id="252" name="Google Shape;252;p26"/>
          <p:cNvSpPr txBox="1"/>
          <p:nvPr>
            <p:ph idx="9" type="title"/>
          </p:nvPr>
        </p:nvSpPr>
        <p:spPr>
          <a:xfrm>
            <a:off x="3496649" y="1531288"/>
            <a:ext cx="926400" cy="4047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88"/>
              <a:t>01</a:t>
            </a:r>
            <a:endParaRPr sz="3888"/>
          </a:p>
        </p:txBody>
      </p:sp>
      <p:sp>
        <p:nvSpPr>
          <p:cNvPr id="253" name="Google Shape;253;p26"/>
          <p:cNvSpPr txBox="1"/>
          <p:nvPr>
            <p:ph idx="13" type="title"/>
          </p:nvPr>
        </p:nvSpPr>
        <p:spPr>
          <a:xfrm>
            <a:off x="3496649" y="2694111"/>
            <a:ext cx="926400" cy="4047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88"/>
              <a:t>03</a:t>
            </a:r>
            <a:endParaRPr sz="3888"/>
          </a:p>
        </p:txBody>
      </p:sp>
      <p:sp>
        <p:nvSpPr>
          <p:cNvPr id="254" name="Google Shape;254;p26"/>
          <p:cNvSpPr txBox="1"/>
          <p:nvPr>
            <p:ph idx="14" type="title"/>
          </p:nvPr>
        </p:nvSpPr>
        <p:spPr>
          <a:xfrm>
            <a:off x="4725658" y="1531288"/>
            <a:ext cx="905100" cy="4047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88"/>
              <a:t>02</a:t>
            </a:r>
            <a:endParaRPr sz="3888"/>
          </a:p>
        </p:txBody>
      </p:sp>
      <p:sp>
        <p:nvSpPr>
          <p:cNvPr id="255" name="Google Shape;255;p26"/>
          <p:cNvSpPr txBox="1"/>
          <p:nvPr>
            <p:ph idx="15" type="title"/>
          </p:nvPr>
        </p:nvSpPr>
        <p:spPr>
          <a:xfrm>
            <a:off x="4725658" y="2684482"/>
            <a:ext cx="905100" cy="4047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88"/>
              <a:t>04</a:t>
            </a:r>
            <a:endParaRPr sz="3888"/>
          </a:p>
        </p:txBody>
      </p:sp>
      <p:sp>
        <p:nvSpPr>
          <p:cNvPr id="256" name="Google Shape;256;p26"/>
          <p:cNvSpPr/>
          <p:nvPr/>
        </p:nvSpPr>
        <p:spPr>
          <a:xfrm>
            <a:off x="4658962" y="1288600"/>
            <a:ext cx="1038620" cy="986132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72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7" name="Google Shape;257;p26"/>
          <p:cNvSpPr/>
          <p:nvPr/>
        </p:nvSpPr>
        <p:spPr>
          <a:xfrm rot="-1627024">
            <a:off x="3457034" y="1288633"/>
            <a:ext cx="1038388" cy="985912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72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8" name="Google Shape;258;p26"/>
          <p:cNvSpPr/>
          <p:nvPr/>
        </p:nvSpPr>
        <p:spPr>
          <a:xfrm flipH="1" rot="10800000">
            <a:off x="4658962" y="2462567"/>
            <a:ext cx="1038620" cy="986132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72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9" name="Google Shape;259;p26"/>
          <p:cNvSpPr/>
          <p:nvPr/>
        </p:nvSpPr>
        <p:spPr>
          <a:xfrm flipH="1" rot="-9172976">
            <a:off x="3457034" y="2462753"/>
            <a:ext cx="1038388" cy="985912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72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0" name="Google Shape;260;p26"/>
          <p:cNvSpPr txBox="1"/>
          <p:nvPr>
            <p:ph idx="4" type="title"/>
          </p:nvPr>
        </p:nvSpPr>
        <p:spPr>
          <a:xfrm>
            <a:off x="1246711" y="3515945"/>
            <a:ext cx="2047200" cy="4770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70"/>
              <a:t>Persistenza</a:t>
            </a:r>
            <a:endParaRPr sz="2170"/>
          </a:p>
        </p:txBody>
      </p:sp>
      <p:sp>
        <p:nvSpPr>
          <p:cNvPr id="261" name="Google Shape;261;p26"/>
          <p:cNvSpPr txBox="1"/>
          <p:nvPr>
            <p:ph idx="5" type="subTitle"/>
          </p:nvPr>
        </p:nvSpPr>
        <p:spPr>
          <a:xfrm>
            <a:off x="1246575" y="3977353"/>
            <a:ext cx="2047200" cy="4383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/>
              <a:t>Persistenza dell’applicazione</a:t>
            </a:r>
            <a:endParaRPr sz="1266"/>
          </a:p>
        </p:txBody>
      </p:sp>
      <p:sp>
        <p:nvSpPr>
          <p:cNvPr id="262" name="Google Shape;262;p26"/>
          <p:cNvSpPr txBox="1"/>
          <p:nvPr>
            <p:ph idx="13" type="title"/>
          </p:nvPr>
        </p:nvSpPr>
        <p:spPr>
          <a:xfrm>
            <a:off x="3496774" y="3814811"/>
            <a:ext cx="926400" cy="404700"/>
          </a:xfrm>
          <a:prstGeom prst="rect">
            <a:avLst/>
          </a:prstGeom>
        </p:spPr>
        <p:txBody>
          <a:bodyPr anchorCtr="0" anchor="ctr" bIns="82650" lIns="82650" spcFirstLastPara="1" rIns="82650" wrap="square" tIns="82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88"/>
              <a:t>05</a:t>
            </a:r>
            <a:endParaRPr sz="3888"/>
          </a:p>
        </p:txBody>
      </p:sp>
      <p:sp>
        <p:nvSpPr>
          <p:cNvPr id="263" name="Google Shape;263;p26"/>
          <p:cNvSpPr/>
          <p:nvPr/>
        </p:nvSpPr>
        <p:spPr>
          <a:xfrm flipH="1" rot="-9172976">
            <a:off x="3457159" y="3583453"/>
            <a:ext cx="1038388" cy="985912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72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-530364">
            <a:off x="4906694" y="353644"/>
            <a:ext cx="2384268" cy="71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269" name="Google Shape;269;p27"/>
          <p:cNvSpPr txBox="1"/>
          <p:nvPr/>
        </p:nvSpPr>
        <p:spPr>
          <a:xfrm rot="-510241">
            <a:off x="5450297" y="397717"/>
            <a:ext cx="1430225" cy="227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130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Funzionalità</a:t>
            </a:r>
            <a:endParaRPr sz="1200">
              <a:solidFill>
                <a:srgbClr val="47130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0" name="Google Shape;270;p27"/>
          <p:cNvSpPr/>
          <p:nvPr/>
        </p:nvSpPr>
        <p:spPr>
          <a:xfrm rot="-1627224">
            <a:off x="725793" y="866043"/>
            <a:ext cx="1148591" cy="1090546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71" name="Google Shape;2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5" y="3781224"/>
            <a:ext cx="3047552" cy="914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272" name="Google Shape;272;p27"/>
          <p:cNvPicPr preferRelativeResize="0"/>
          <p:nvPr/>
        </p:nvPicPr>
        <p:blipFill rotWithShape="1">
          <a:blip r:embed="rId5">
            <a:alphaModFix/>
          </a:blip>
          <a:srcRect b="0" l="0" r="30357" t="0"/>
          <a:stretch/>
        </p:blipFill>
        <p:spPr>
          <a:xfrm rot="-507115">
            <a:off x="4512305" y="697134"/>
            <a:ext cx="4079091" cy="36063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273" name="Google Shape;273;p27"/>
          <p:cNvSpPr txBox="1"/>
          <p:nvPr>
            <p:ph idx="1" type="subTitle"/>
          </p:nvPr>
        </p:nvSpPr>
        <p:spPr>
          <a:xfrm>
            <a:off x="880850" y="3829850"/>
            <a:ext cx="2679000" cy="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Le principali funzionalità dell’applicazione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880850" y="1969250"/>
            <a:ext cx="3650100" cy="14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Funzionalità</a:t>
            </a:r>
            <a:endParaRPr sz="4600">
              <a:solidFill>
                <a:schemeClr val="lt2"/>
              </a:solidFill>
            </a:endParaRPr>
          </a:p>
        </p:txBody>
      </p:sp>
      <p:sp>
        <p:nvSpPr>
          <p:cNvPr id="275" name="Google Shape;275;p27"/>
          <p:cNvSpPr txBox="1"/>
          <p:nvPr>
            <p:ph idx="2" type="title"/>
          </p:nvPr>
        </p:nvSpPr>
        <p:spPr>
          <a:xfrm>
            <a:off x="831475" y="836975"/>
            <a:ext cx="1380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 rot="1898856">
            <a:off x="7402575" y="427466"/>
            <a:ext cx="1294932" cy="41695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 rot="-2700000">
            <a:off x="4640652" y="3558322"/>
            <a:ext cx="439006" cy="1543485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8" name="Google Shape;278;p27"/>
          <p:cNvGrpSpPr/>
          <p:nvPr/>
        </p:nvGrpSpPr>
        <p:grpSpPr>
          <a:xfrm rot="848617">
            <a:off x="4884671" y="1562446"/>
            <a:ext cx="841777" cy="841777"/>
            <a:chOff x="5660400" y="238125"/>
            <a:chExt cx="481825" cy="481825"/>
          </a:xfrm>
        </p:grpSpPr>
        <p:sp>
          <p:nvSpPr>
            <p:cNvPr id="279" name="Google Shape;279;p27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26850" lIns="226850" spcFirstLastPara="1" rIns="226850" wrap="square" tIns="226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74">
                <a:solidFill>
                  <a:srgbClr val="435D74"/>
                </a:solidFill>
              </a:endParaRPr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26850" lIns="226850" spcFirstLastPara="1" rIns="226850" wrap="square" tIns="226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74">
                <a:solidFill>
                  <a:srgbClr val="435D74"/>
                </a:solidFill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6889750" y="800464"/>
            <a:ext cx="870081" cy="914822"/>
            <a:chOff x="-9949025" y="3615575"/>
            <a:chExt cx="335550" cy="352750"/>
          </a:xfrm>
        </p:grpSpPr>
        <p:sp>
          <p:nvSpPr>
            <p:cNvPr id="282" name="Google Shape;282;p27"/>
            <p:cNvSpPr/>
            <p:nvPr/>
          </p:nvSpPr>
          <p:spPr>
            <a:xfrm>
              <a:off x="-9800950" y="3615575"/>
              <a:ext cx="61475" cy="61450"/>
            </a:xfrm>
            <a:custGeom>
              <a:rect b="b" l="l" r="r" t="t"/>
              <a:pathLst>
                <a:path extrusionOk="0" h="2458" w="2459">
                  <a:moveTo>
                    <a:pt x="1261" y="0"/>
                  </a:moveTo>
                  <a:cubicBezTo>
                    <a:pt x="568" y="0"/>
                    <a:pt x="1" y="567"/>
                    <a:pt x="1" y="1261"/>
                  </a:cubicBezTo>
                  <a:cubicBezTo>
                    <a:pt x="1" y="1922"/>
                    <a:pt x="536" y="2458"/>
                    <a:pt x="1261" y="2458"/>
                  </a:cubicBezTo>
                  <a:cubicBezTo>
                    <a:pt x="1891" y="2458"/>
                    <a:pt x="2458" y="1922"/>
                    <a:pt x="2458" y="1261"/>
                  </a:cubicBezTo>
                  <a:cubicBezTo>
                    <a:pt x="2458" y="567"/>
                    <a:pt x="1923" y="0"/>
                    <a:pt x="1261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35375" lIns="235375" spcFirstLastPara="1" rIns="235375" wrap="square" tIns="23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-9949025" y="3688650"/>
              <a:ext cx="335550" cy="279675"/>
            </a:xfrm>
            <a:custGeom>
              <a:rect b="b" l="l" r="r" t="t"/>
              <a:pathLst>
                <a:path extrusionOk="0" h="11187" w="13422">
                  <a:moveTo>
                    <a:pt x="5523" y="1"/>
                  </a:moveTo>
                  <a:cubicBezTo>
                    <a:pt x="5383" y="1"/>
                    <a:pt x="5245" y="34"/>
                    <a:pt x="5136" y="102"/>
                  </a:cubicBezTo>
                  <a:lnTo>
                    <a:pt x="599" y="2969"/>
                  </a:lnTo>
                  <a:cubicBezTo>
                    <a:pt x="158" y="3158"/>
                    <a:pt x="1" y="3630"/>
                    <a:pt x="190" y="4071"/>
                  </a:cubicBezTo>
                  <a:cubicBezTo>
                    <a:pt x="360" y="4370"/>
                    <a:pt x="617" y="4538"/>
                    <a:pt x="892" y="4538"/>
                  </a:cubicBezTo>
                  <a:cubicBezTo>
                    <a:pt x="1024" y="4538"/>
                    <a:pt x="1160" y="4500"/>
                    <a:pt x="1293" y="4418"/>
                  </a:cubicBezTo>
                  <a:lnTo>
                    <a:pt x="4727" y="2055"/>
                  </a:lnTo>
                  <a:cubicBezTo>
                    <a:pt x="5073" y="3441"/>
                    <a:pt x="5231" y="3851"/>
                    <a:pt x="5987" y="4985"/>
                  </a:cubicBezTo>
                  <a:lnTo>
                    <a:pt x="4033" y="6812"/>
                  </a:lnTo>
                  <a:cubicBezTo>
                    <a:pt x="3750" y="7096"/>
                    <a:pt x="3655" y="7505"/>
                    <a:pt x="3876" y="7852"/>
                  </a:cubicBezTo>
                  <a:lnTo>
                    <a:pt x="5703" y="10750"/>
                  </a:lnTo>
                  <a:cubicBezTo>
                    <a:pt x="5873" y="11026"/>
                    <a:pt x="6141" y="11187"/>
                    <a:pt x="6433" y="11187"/>
                  </a:cubicBezTo>
                  <a:cubicBezTo>
                    <a:pt x="6576" y="11187"/>
                    <a:pt x="6724" y="11148"/>
                    <a:pt x="6869" y="11066"/>
                  </a:cubicBezTo>
                  <a:cubicBezTo>
                    <a:pt x="7247" y="10845"/>
                    <a:pt x="7373" y="10372"/>
                    <a:pt x="7121" y="9931"/>
                  </a:cubicBezTo>
                  <a:lnTo>
                    <a:pt x="5640" y="7568"/>
                  </a:lnTo>
                  <a:lnTo>
                    <a:pt x="7594" y="5678"/>
                  </a:lnTo>
                  <a:lnTo>
                    <a:pt x="12886" y="2780"/>
                  </a:lnTo>
                  <a:cubicBezTo>
                    <a:pt x="13264" y="2591"/>
                    <a:pt x="13422" y="2055"/>
                    <a:pt x="13233" y="1677"/>
                  </a:cubicBezTo>
                  <a:cubicBezTo>
                    <a:pt x="13102" y="1394"/>
                    <a:pt x="12822" y="1217"/>
                    <a:pt x="12526" y="1217"/>
                  </a:cubicBezTo>
                  <a:cubicBezTo>
                    <a:pt x="12393" y="1217"/>
                    <a:pt x="12257" y="1252"/>
                    <a:pt x="12130" y="1331"/>
                  </a:cubicBezTo>
                  <a:lnTo>
                    <a:pt x="7342" y="4008"/>
                  </a:lnTo>
                  <a:cubicBezTo>
                    <a:pt x="6774" y="3158"/>
                    <a:pt x="6302" y="2307"/>
                    <a:pt x="6302" y="889"/>
                  </a:cubicBezTo>
                  <a:cubicBezTo>
                    <a:pt x="6270" y="574"/>
                    <a:pt x="6239" y="322"/>
                    <a:pt x="6018" y="165"/>
                  </a:cubicBezTo>
                  <a:cubicBezTo>
                    <a:pt x="5893" y="58"/>
                    <a:pt x="5707" y="1"/>
                    <a:pt x="5523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35375" lIns="235375" spcFirstLastPara="1" rIns="235375" wrap="square" tIns="23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-9947450" y="3657100"/>
              <a:ext cx="106350" cy="50650"/>
            </a:xfrm>
            <a:custGeom>
              <a:rect b="b" l="l" r="r" t="t"/>
              <a:pathLst>
                <a:path extrusionOk="0" h="2026" w="4254">
                  <a:moveTo>
                    <a:pt x="910" y="0"/>
                  </a:moveTo>
                  <a:cubicBezTo>
                    <a:pt x="499" y="0"/>
                    <a:pt x="178" y="268"/>
                    <a:pt x="64" y="639"/>
                  </a:cubicBezTo>
                  <a:cubicBezTo>
                    <a:pt x="1" y="1112"/>
                    <a:pt x="253" y="1553"/>
                    <a:pt x="694" y="1616"/>
                  </a:cubicBezTo>
                  <a:lnTo>
                    <a:pt x="2427" y="2025"/>
                  </a:lnTo>
                  <a:lnTo>
                    <a:pt x="4254" y="891"/>
                  </a:lnTo>
                  <a:lnTo>
                    <a:pt x="1041" y="9"/>
                  </a:lnTo>
                  <a:cubicBezTo>
                    <a:pt x="996" y="3"/>
                    <a:pt x="953" y="0"/>
                    <a:pt x="91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35375" lIns="235375" spcFirstLastPara="1" rIns="235375" wrap="square" tIns="23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27"/>
          <p:cNvGrpSpPr/>
          <p:nvPr/>
        </p:nvGrpSpPr>
        <p:grpSpPr>
          <a:xfrm>
            <a:off x="6267929" y="2024904"/>
            <a:ext cx="665981" cy="664156"/>
            <a:chOff x="-32569575" y="3586425"/>
            <a:chExt cx="292225" cy="291450"/>
          </a:xfrm>
        </p:grpSpPr>
        <p:sp>
          <p:nvSpPr>
            <p:cNvPr id="286" name="Google Shape;286;p27"/>
            <p:cNvSpPr/>
            <p:nvPr/>
          </p:nvSpPr>
          <p:spPr>
            <a:xfrm>
              <a:off x="-32569575" y="3672275"/>
              <a:ext cx="292225" cy="205600"/>
            </a:xfrm>
            <a:custGeom>
              <a:rect b="b" l="l" r="r" t="t"/>
              <a:pathLst>
                <a:path extrusionOk="0" h="8224" w="11689">
                  <a:moveTo>
                    <a:pt x="5860" y="1"/>
                  </a:moveTo>
                  <a:cubicBezTo>
                    <a:pt x="4506" y="1"/>
                    <a:pt x="3340" y="1040"/>
                    <a:pt x="3151" y="2332"/>
                  </a:cubicBezTo>
                  <a:cubicBezTo>
                    <a:pt x="3119" y="2521"/>
                    <a:pt x="3277" y="2710"/>
                    <a:pt x="3497" y="2710"/>
                  </a:cubicBezTo>
                  <a:lnTo>
                    <a:pt x="5514" y="2710"/>
                  </a:lnTo>
                  <a:lnTo>
                    <a:pt x="5514" y="3435"/>
                  </a:lnTo>
                  <a:lnTo>
                    <a:pt x="2395" y="3435"/>
                  </a:lnTo>
                  <a:cubicBezTo>
                    <a:pt x="1859" y="3435"/>
                    <a:pt x="1387" y="3907"/>
                    <a:pt x="1387" y="4443"/>
                  </a:cubicBezTo>
                  <a:lnTo>
                    <a:pt x="1387" y="4852"/>
                  </a:lnTo>
                  <a:cubicBezTo>
                    <a:pt x="599" y="5010"/>
                    <a:pt x="0" y="5703"/>
                    <a:pt x="0" y="6554"/>
                  </a:cubicBezTo>
                  <a:cubicBezTo>
                    <a:pt x="0" y="7499"/>
                    <a:pt x="757" y="8223"/>
                    <a:pt x="1702" y="8223"/>
                  </a:cubicBezTo>
                  <a:cubicBezTo>
                    <a:pt x="2647" y="8223"/>
                    <a:pt x="3403" y="7499"/>
                    <a:pt x="3403" y="6554"/>
                  </a:cubicBezTo>
                  <a:cubicBezTo>
                    <a:pt x="3403" y="5703"/>
                    <a:pt x="2804" y="5041"/>
                    <a:pt x="2017" y="4852"/>
                  </a:cubicBezTo>
                  <a:lnTo>
                    <a:pt x="2017" y="4443"/>
                  </a:lnTo>
                  <a:cubicBezTo>
                    <a:pt x="2017" y="4254"/>
                    <a:pt x="2174" y="4096"/>
                    <a:pt x="2363" y="4096"/>
                  </a:cubicBezTo>
                  <a:lnTo>
                    <a:pt x="5482" y="4096"/>
                  </a:lnTo>
                  <a:lnTo>
                    <a:pt x="5482" y="4821"/>
                  </a:lnTo>
                  <a:cubicBezTo>
                    <a:pt x="4695" y="4978"/>
                    <a:pt x="4096" y="5672"/>
                    <a:pt x="4096" y="6491"/>
                  </a:cubicBezTo>
                  <a:cubicBezTo>
                    <a:pt x="4096" y="7436"/>
                    <a:pt x="4852" y="8192"/>
                    <a:pt x="5797" y="8192"/>
                  </a:cubicBezTo>
                  <a:cubicBezTo>
                    <a:pt x="6742" y="8192"/>
                    <a:pt x="7499" y="7436"/>
                    <a:pt x="7499" y="6491"/>
                  </a:cubicBezTo>
                  <a:cubicBezTo>
                    <a:pt x="7499" y="5672"/>
                    <a:pt x="6900" y="5010"/>
                    <a:pt x="6112" y="4821"/>
                  </a:cubicBezTo>
                  <a:lnTo>
                    <a:pt x="6112" y="4096"/>
                  </a:lnTo>
                  <a:lnTo>
                    <a:pt x="9231" y="4096"/>
                  </a:lnTo>
                  <a:cubicBezTo>
                    <a:pt x="9420" y="4096"/>
                    <a:pt x="9578" y="4254"/>
                    <a:pt x="9578" y="4443"/>
                  </a:cubicBezTo>
                  <a:lnTo>
                    <a:pt x="9578" y="4852"/>
                  </a:lnTo>
                  <a:cubicBezTo>
                    <a:pt x="8790" y="5010"/>
                    <a:pt x="8192" y="5703"/>
                    <a:pt x="8192" y="6554"/>
                  </a:cubicBezTo>
                  <a:cubicBezTo>
                    <a:pt x="8192" y="7499"/>
                    <a:pt x="8948" y="8223"/>
                    <a:pt x="9893" y="8223"/>
                  </a:cubicBezTo>
                  <a:cubicBezTo>
                    <a:pt x="10838" y="8223"/>
                    <a:pt x="11594" y="7499"/>
                    <a:pt x="11594" y="6554"/>
                  </a:cubicBezTo>
                  <a:cubicBezTo>
                    <a:pt x="11689" y="5703"/>
                    <a:pt x="11153" y="5010"/>
                    <a:pt x="10366" y="4852"/>
                  </a:cubicBezTo>
                  <a:lnTo>
                    <a:pt x="10366" y="4443"/>
                  </a:lnTo>
                  <a:cubicBezTo>
                    <a:pt x="10366" y="3907"/>
                    <a:pt x="9893" y="3435"/>
                    <a:pt x="9326" y="3435"/>
                  </a:cubicBezTo>
                  <a:lnTo>
                    <a:pt x="6238" y="3435"/>
                  </a:lnTo>
                  <a:lnTo>
                    <a:pt x="6238" y="2710"/>
                  </a:lnTo>
                  <a:lnTo>
                    <a:pt x="8223" y="2710"/>
                  </a:lnTo>
                  <a:cubicBezTo>
                    <a:pt x="8444" y="2710"/>
                    <a:pt x="8601" y="2521"/>
                    <a:pt x="8601" y="2332"/>
                  </a:cubicBezTo>
                  <a:cubicBezTo>
                    <a:pt x="8381" y="977"/>
                    <a:pt x="7247" y="1"/>
                    <a:pt x="5860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1700" lIns="171700" spcFirstLastPara="1" rIns="171700" wrap="square" tIns="1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-32456950" y="3586425"/>
              <a:ext cx="68550" cy="69350"/>
            </a:xfrm>
            <a:custGeom>
              <a:rect b="b" l="l" r="r" t="t"/>
              <a:pathLst>
                <a:path extrusionOk="0" h="2774" w="2742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1700" lIns="171700" spcFirstLastPara="1" rIns="171700" wrap="square" tIns="1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" name="Google Shape;288;p27"/>
          <p:cNvGrpSpPr/>
          <p:nvPr/>
        </p:nvGrpSpPr>
        <p:grpSpPr>
          <a:xfrm>
            <a:off x="7351794" y="2757000"/>
            <a:ext cx="756629" cy="750513"/>
            <a:chOff x="-2310650" y="3958175"/>
            <a:chExt cx="293825" cy="291450"/>
          </a:xfrm>
        </p:grpSpPr>
        <p:sp>
          <p:nvSpPr>
            <p:cNvPr id="289" name="Google Shape;289;p27"/>
            <p:cNvSpPr/>
            <p:nvPr/>
          </p:nvSpPr>
          <p:spPr>
            <a:xfrm>
              <a:off x="-2310650" y="3958175"/>
              <a:ext cx="185925" cy="118950"/>
            </a:xfrm>
            <a:custGeom>
              <a:rect b="b" l="l" r="r" t="t"/>
              <a:pathLst>
                <a:path extrusionOk="0" h="4758" w="7437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3500" lIns="163500" spcFirstLastPara="1" rIns="163500" wrap="square" tIns="16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-2309075" y="3992050"/>
              <a:ext cx="292250" cy="257575"/>
            </a:xfrm>
            <a:custGeom>
              <a:rect b="b" l="l" r="r" t="t"/>
              <a:pathLst>
                <a:path extrusionOk="0" h="10303" w="1169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3500" lIns="163500" spcFirstLastPara="1" rIns="163500" wrap="square" tIns="16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27"/>
          <p:cNvGrpSpPr/>
          <p:nvPr/>
        </p:nvGrpSpPr>
        <p:grpSpPr>
          <a:xfrm>
            <a:off x="5381506" y="3166897"/>
            <a:ext cx="665982" cy="662944"/>
            <a:chOff x="-9089725" y="3180200"/>
            <a:chExt cx="353550" cy="351900"/>
          </a:xfrm>
        </p:grpSpPr>
        <p:sp>
          <p:nvSpPr>
            <p:cNvPr id="292" name="Google Shape;292;p27"/>
            <p:cNvSpPr/>
            <p:nvPr/>
          </p:nvSpPr>
          <p:spPr>
            <a:xfrm>
              <a:off x="-9089725" y="3180200"/>
              <a:ext cx="165425" cy="250300"/>
            </a:xfrm>
            <a:custGeom>
              <a:rect b="b" l="l" r="r" t="t"/>
              <a:pathLst>
                <a:path extrusionOk="0" h="10012" w="6617">
                  <a:moveTo>
                    <a:pt x="2945" y="1"/>
                  </a:moveTo>
                  <a:cubicBezTo>
                    <a:pt x="2900" y="1"/>
                    <a:pt x="2854" y="8"/>
                    <a:pt x="2805" y="25"/>
                  </a:cubicBezTo>
                  <a:cubicBezTo>
                    <a:pt x="2647" y="56"/>
                    <a:pt x="2521" y="214"/>
                    <a:pt x="2521" y="434"/>
                  </a:cubicBezTo>
                  <a:lnTo>
                    <a:pt x="2521" y="6924"/>
                  </a:lnTo>
                  <a:cubicBezTo>
                    <a:pt x="2301" y="6767"/>
                    <a:pt x="2017" y="6704"/>
                    <a:pt x="1702" y="6704"/>
                  </a:cubicBezTo>
                  <a:cubicBezTo>
                    <a:pt x="788" y="6704"/>
                    <a:pt x="64" y="7428"/>
                    <a:pt x="64" y="8342"/>
                  </a:cubicBezTo>
                  <a:cubicBezTo>
                    <a:pt x="1" y="9256"/>
                    <a:pt x="757" y="10012"/>
                    <a:pt x="1671" y="10012"/>
                  </a:cubicBezTo>
                  <a:cubicBezTo>
                    <a:pt x="2584" y="10012"/>
                    <a:pt x="3309" y="9256"/>
                    <a:pt x="3309" y="8342"/>
                  </a:cubicBezTo>
                  <a:lnTo>
                    <a:pt x="3309" y="1820"/>
                  </a:lnTo>
                  <a:cubicBezTo>
                    <a:pt x="3907" y="2545"/>
                    <a:pt x="4632" y="3144"/>
                    <a:pt x="5294" y="3616"/>
                  </a:cubicBezTo>
                  <a:cubicBezTo>
                    <a:pt x="5609" y="3868"/>
                    <a:pt x="5798" y="4215"/>
                    <a:pt x="5798" y="4593"/>
                  </a:cubicBezTo>
                  <a:cubicBezTo>
                    <a:pt x="5798" y="5286"/>
                    <a:pt x="5262" y="5822"/>
                    <a:pt x="4537" y="5822"/>
                  </a:cubicBezTo>
                  <a:cubicBezTo>
                    <a:pt x="4317" y="5822"/>
                    <a:pt x="4159" y="6011"/>
                    <a:pt x="4159" y="6263"/>
                  </a:cubicBezTo>
                  <a:cubicBezTo>
                    <a:pt x="4159" y="6483"/>
                    <a:pt x="4348" y="6704"/>
                    <a:pt x="4537" y="6704"/>
                  </a:cubicBezTo>
                  <a:cubicBezTo>
                    <a:pt x="5672" y="6704"/>
                    <a:pt x="6617" y="5727"/>
                    <a:pt x="6617" y="4593"/>
                  </a:cubicBezTo>
                  <a:cubicBezTo>
                    <a:pt x="6617" y="3931"/>
                    <a:pt x="6302" y="3333"/>
                    <a:pt x="5798" y="2955"/>
                  </a:cubicBezTo>
                  <a:cubicBezTo>
                    <a:pt x="5042" y="2388"/>
                    <a:pt x="4317" y="1726"/>
                    <a:pt x="3750" y="907"/>
                  </a:cubicBezTo>
                  <a:lnTo>
                    <a:pt x="3277" y="182"/>
                  </a:lnTo>
                  <a:cubicBezTo>
                    <a:pt x="3184" y="65"/>
                    <a:pt x="3073" y="1"/>
                    <a:pt x="2945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0975" lIns="170975" spcFirstLastPara="1" rIns="170975" wrap="square" tIns="17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-8965275" y="3264575"/>
              <a:ext cx="229100" cy="267525"/>
            </a:xfrm>
            <a:custGeom>
              <a:rect b="b" l="l" r="r" t="t"/>
              <a:pathLst>
                <a:path extrusionOk="0" h="10701" w="9164">
                  <a:moveTo>
                    <a:pt x="8747" y="0"/>
                  </a:moveTo>
                  <a:cubicBezTo>
                    <a:pt x="8709" y="0"/>
                    <a:pt x="8671" y="7"/>
                    <a:pt x="8633" y="21"/>
                  </a:cubicBezTo>
                  <a:lnTo>
                    <a:pt x="2804" y="1659"/>
                  </a:lnTo>
                  <a:cubicBezTo>
                    <a:pt x="2584" y="1690"/>
                    <a:pt x="2489" y="1848"/>
                    <a:pt x="2489" y="2069"/>
                  </a:cubicBezTo>
                  <a:lnTo>
                    <a:pt x="2489" y="7645"/>
                  </a:lnTo>
                  <a:cubicBezTo>
                    <a:pt x="2237" y="7487"/>
                    <a:pt x="1985" y="7424"/>
                    <a:pt x="1670" y="7424"/>
                  </a:cubicBezTo>
                  <a:cubicBezTo>
                    <a:pt x="757" y="7424"/>
                    <a:pt x="1" y="8149"/>
                    <a:pt x="1" y="9063"/>
                  </a:cubicBezTo>
                  <a:cubicBezTo>
                    <a:pt x="1" y="9976"/>
                    <a:pt x="757" y="10701"/>
                    <a:pt x="1670" y="10701"/>
                  </a:cubicBezTo>
                  <a:cubicBezTo>
                    <a:pt x="2552" y="10701"/>
                    <a:pt x="3309" y="9976"/>
                    <a:pt x="3309" y="9063"/>
                  </a:cubicBezTo>
                  <a:lnTo>
                    <a:pt x="3309" y="3990"/>
                  </a:lnTo>
                  <a:lnTo>
                    <a:pt x="8318" y="2573"/>
                  </a:lnTo>
                  <a:lnTo>
                    <a:pt x="8318" y="5944"/>
                  </a:lnTo>
                  <a:cubicBezTo>
                    <a:pt x="8066" y="5786"/>
                    <a:pt x="7814" y="5723"/>
                    <a:pt x="7499" y="5723"/>
                  </a:cubicBezTo>
                  <a:cubicBezTo>
                    <a:pt x="6585" y="5723"/>
                    <a:pt x="5829" y="6448"/>
                    <a:pt x="5829" y="7361"/>
                  </a:cubicBezTo>
                  <a:cubicBezTo>
                    <a:pt x="5829" y="8275"/>
                    <a:pt x="6585" y="9031"/>
                    <a:pt x="7499" y="9031"/>
                  </a:cubicBezTo>
                  <a:cubicBezTo>
                    <a:pt x="8381" y="9031"/>
                    <a:pt x="9137" y="8275"/>
                    <a:pt x="9137" y="7361"/>
                  </a:cubicBezTo>
                  <a:lnTo>
                    <a:pt x="9137" y="367"/>
                  </a:lnTo>
                  <a:cubicBezTo>
                    <a:pt x="9164" y="207"/>
                    <a:pt x="8963" y="0"/>
                    <a:pt x="8747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0975" lIns="170975" spcFirstLastPara="1" rIns="170975" wrap="square" tIns="17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720000" y="44832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Funzionalità</a:t>
            </a:r>
            <a:endParaRPr/>
          </a:p>
        </p:txBody>
      </p:sp>
      <p:sp>
        <p:nvSpPr>
          <p:cNvPr id="299" name="Google Shape;299;p28"/>
          <p:cNvSpPr txBox="1"/>
          <p:nvPr>
            <p:ph idx="3" type="subTitle"/>
          </p:nvPr>
        </p:nvSpPr>
        <p:spPr>
          <a:xfrm>
            <a:off x="1317850" y="3266284"/>
            <a:ext cx="30891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Organizzazione guidata dal presidente con creazione dell’associazione, accettazione membri e assegnazione ruoli e valutazione proposte.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8"/>
          <p:cNvSpPr txBox="1"/>
          <p:nvPr>
            <p:ph idx="4" type="subTitle"/>
          </p:nvPr>
        </p:nvSpPr>
        <p:spPr>
          <a:xfrm>
            <a:off x="4737041" y="3266284"/>
            <a:ext cx="30891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Pubblicazione di lezioni e spettacoli su una bacheca virtuale condivisa dell’associazione.</a:t>
            </a:r>
            <a:endParaRPr/>
          </a:p>
        </p:txBody>
      </p:sp>
      <p:sp>
        <p:nvSpPr>
          <p:cNvPr id="301" name="Google Shape;301;p28"/>
          <p:cNvSpPr txBox="1"/>
          <p:nvPr>
            <p:ph idx="1" type="subTitle"/>
          </p:nvPr>
        </p:nvSpPr>
        <p:spPr>
          <a:xfrm>
            <a:off x="1317850" y="2607400"/>
            <a:ext cx="3254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715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Gestione Associazione</a:t>
            </a:r>
            <a:endParaRPr sz="2200"/>
          </a:p>
        </p:txBody>
      </p:sp>
      <p:sp>
        <p:nvSpPr>
          <p:cNvPr id="302" name="Google Shape;302;p28"/>
          <p:cNvSpPr txBox="1"/>
          <p:nvPr>
            <p:ph idx="2" type="subTitle"/>
          </p:nvPr>
        </p:nvSpPr>
        <p:spPr>
          <a:xfrm>
            <a:off x="4737041" y="2607393"/>
            <a:ext cx="308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Pianificazione eventi</a:t>
            </a:r>
            <a:endParaRPr sz="2200"/>
          </a:p>
        </p:txBody>
      </p:sp>
      <p:grpSp>
        <p:nvGrpSpPr>
          <p:cNvPr id="303" name="Google Shape;303;p28"/>
          <p:cNvGrpSpPr/>
          <p:nvPr/>
        </p:nvGrpSpPr>
        <p:grpSpPr>
          <a:xfrm>
            <a:off x="2651993" y="1934399"/>
            <a:ext cx="420811" cy="418507"/>
            <a:chOff x="-5971525" y="3273750"/>
            <a:chExt cx="292250" cy="290650"/>
          </a:xfrm>
        </p:grpSpPr>
        <p:sp>
          <p:nvSpPr>
            <p:cNvPr id="304" name="Google Shape;304;p28"/>
            <p:cNvSpPr/>
            <p:nvPr/>
          </p:nvSpPr>
          <p:spPr>
            <a:xfrm>
              <a:off x="-5868325" y="3273750"/>
              <a:ext cx="85075" cy="84300"/>
            </a:xfrm>
            <a:custGeom>
              <a:rect b="b" l="l" r="r" t="t"/>
              <a:pathLst>
                <a:path extrusionOk="0" h="3372" w="3403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8"/>
            <p:cNvSpPr/>
            <p:nvPr/>
          </p:nvSpPr>
          <p:spPr>
            <a:xfrm>
              <a:off x="-5971525" y="3308400"/>
              <a:ext cx="292250" cy="256000"/>
            </a:xfrm>
            <a:custGeom>
              <a:rect b="b" l="l" r="r" t="t"/>
              <a:pathLst>
                <a:path extrusionOk="0" h="10240" w="1169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28"/>
          <p:cNvGrpSpPr/>
          <p:nvPr/>
        </p:nvGrpSpPr>
        <p:grpSpPr>
          <a:xfrm>
            <a:off x="6071200" y="1933250"/>
            <a:ext cx="420778" cy="420778"/>
            <a:chOff x="5660400" y="238125"/>
            <a:chExt cx="481825" cy="481825"/>
          </a:xfrm>
        </p:grpSpPr>
        <p:sp>
          <p:nvSpPr>
            <p:cNvPr id="307" name="Google Shape;307;p28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3400" lIns="113400" spcFirstLastPara="1" rIns="113400" wrap="square" tIns="11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>
                <a:solidFill>
                  <a:srgbClr val="435D74"/>
                </a:solidFill>
              </a:endParaRPr>
            </a:p>
          </p:txBody>
        </p:sp>
        <p:sp>
          <p:nvSpPr>
            <p:cNvPr id="308" name="Google Shape;308;p28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3400" lIns="113400" spcFirstLastPara="1" rIns="113400" wrap="square" tIns="11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/>
          <p:nvPr>
            <p:ph type="title"/>
          </p:nvPr>
        </p:nvSpPr>
        <p:spPr>
          <a:xfrm>
            <a:off x="720000" y="44832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Funzionalità</a:t>
            </a:r>
            <a:endParaRPr/>
          </a:p>
        </p:txBody>
      </p:sp>
      <p:sp>
        <p:nvSpPr>
          <p:cNvPr id="314" name="Google Shape;314;p29"/>
          <p:cNvSpPr txBox="1"/>
          <p:nvPr>
            <p:ph idx="3" type="subTitle"/>
          </p:nvPr>
        </p:nvSpPr>
        <p:spPr>
          <a:xfrm>
            <a:off x="1317850" y="3266284"/>
            <a:ext cx="30891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Sistema di comunicazione in tempo reale che permette agli utenti di interagire e condividere idee attraverso conversazioni immediate.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9"/>
          <p:cNvSpPr txBox="1"/>
          <p:nvPr>
            <p:ph idx="4" type="subTitle"/>
          </p:nvPr>
        </p:nvSpPr>
        <p:spPr>
          <a:xfrm>
            <a:off x="4737041" y="3266284"/>
            <a:ext cx="30891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Possibilità di iscriversi a diverse associazioni e di proporre idee e iniziative artistiche all'interno dell’associazione.</a:t>
            </a:r>
            <a:endParaRPr/>
          </a:p>
        </p:txBody>
      </p:sp>
      <p:sp>
        <p:nvSpPr>
          <p:cNvPr id="316" name="Google Shape;316;p29"/>
          <p:cNvSpPr txBox="1"/>
          <p:nvPr>
            <p:ph idx="1" type="subTitle"/>
          </p:nvPr>
        </p:nvSpPr>
        <p:spPr>
          <a:xfrm>
            <a:off x="1317850" y="2607400"/>
            <a:ext cx="3254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715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Messaggistica</a:t>
            </a:r>
            <a:endParaRPr sz="2200"/>
          </a:p>
        </p:txBody>
      </p:sp>
      <p:sp>
        <p:nvSpPr>
          <p:cNvPr id="317" name="Google Shape;317;p29"/>
          <p:cNvSpPr txBox="1"/>
          <p:nvPr>
            <p:ph idx="2" type="subTitle"/>
          </p:nvPr>
        </p:nvSpPr>
        <p:spPr>
          <a:xfrm>
            <a:off x="4737041" y="2607393"/>
            <a:ext cx="308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Iscrizioni e Proposte</a:t>
            </a:r>
            <a:endParaRPr sz="2200"/>
          </a:p>
        </p:txBody>
      </p:sp>
      <p:grpSp>
        <p:nvGrpSpPr>
          <p:cNvPr id="318" name="Google Shape;318;p29"/>
          <p:cNvGrpSpPr/>
          <p:nvPr/>
        </p:nvGrpSpPr>
        <p:grpSpPr>
          <a:xfrm>
            <a:off x="6006057" y="1934503"/>
            <a:ext cx="448595" cy="448258"/>
            <a:chOff x="-34004625" y="3585850"/>
            <a:chExt cx="292225" cy="292025"/>
          </a:xfrm>
        </p:grpSpPr>
        <p:sp>
          <p:nvSpPr>
            <p:cNvPr id="319" name="Google Shape;319;p29"/>
            <p:cNvSpPr/>
            <p:nvPr/>
          </p:nvSpPr>
          <p:spPr>
            <a:xfrm>
              <a:off x="-33832150" y="3585850"/>
              <a:ext cx="103200" cy="154200"/>
            </a:xfrm>
            <a:custGeom>
              <a:rect b="b" l="l" r="r" t="t"/>
              <a:pathLst>
                <a:path extrusionOk="0" h="6168" w="4128">
                  <a:moveTo>
                    <a:pt x="2426" y="1"/>
                  </a:moveTo>
                  <a:cubicBezTo>
                    <a:pt x="2286" y="1"/>
                    <a:pt x="2136" y="77"/>
                    <a:pt x="2112" y="244"/>
                  </a:cubicBezTo>
                  <a:lnTo>
                    <a:pt x="64" y="5064"/>
                  </a:lnTo>
                  <a:cubicBezTo>
                    <a:pt x="1" y="5222"/>
                    <a:pt x="64" y="5474"/>
                    <a:pt x="253" y="5506"/>
                  </a:cubicBezTo>
                  <a:cubicBezTo>
                    <a:pt x="295" y="5531"/>
                    <a:pt x="342" y="5543"/>
                    <a:pt x="389" y="5543"/>
                  </a:cubicBezTo>
                  <a:cubicBezTo>
                    <a:pt x="517" y="5543"/>
                    <a:pt x="648" y="5455"/>
                    <a:pt x="694" y="5317"/>
                  </a:cubicBezTo>
                  <a:lnTo>
                    <a:pt x="1261" y="4025"/>
                  </a:lnTo>
                  <a:cubicBezTo>
                    <a:pt x="1419" y="4088"/>
                    <a:pt x="1576" y="4119"/>
                    <a:pt x="1765" y="4119"/>
                  </a:cubicBezTo>
                  <a:cubicBezTo>
                    <a:pt x="1891" y="4119"/>
                    <a:pt x="1986" y="4088"/>
                    <a:pt x="2112" y="4056"/>
                  </a:cubicBezTo>
                  <a:lnTo>
                    <a:pt x="2112" y="4844"/>
                  </a:lnTo>
                  <a:cubicBezTo>
                    <a:pt x="1450" y="4970"/>
                    <a:pt x="946" y="5506"/>
                    <a:pt x="789" y="6167"/>
                  </a:cubicBezTo>
                  <a:lnTo>
                    <a:pt x="4128" y="6167"/>
                  </a:lnTo>
                  <a:cubicBezTo>
                    <a:pt x="4002" y="5506"/>
                    <a:pt x="3466" y="5001"/>
                    <a:pt x="2773" y="4844"/>
                  </a:cubicBezTo>
                  <a:lnTo>
                    <a:pt x="2773" y="3143"/>
                  </a:lnTo>
                  <a:cubicBezTo>
                    <a:pt x="2773" y="2670"/>
                    <a:pt x="2458" y="2324"/>
                    <a:pt x="2080" y="2166"/>
                  </a:cubicBezTo>
                  <a:lnTo>
                    <a:pt x="2773" y="496"/>
                  </a:lnTo>
                  <a:cubicBezTo>
                    <a:pt x="2773" y="307"/>
                    <a:pt x="2710" y="118"/>
                    <a:pt x="2553" y="24"/>
                  </a:cubicBezTo>
                  <a:cubicBezTo>
                    <a:pt x="2515" y="8"/>
                    <a:pt x="2471" y="1"/>
                    <a:pt x="24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650" lIns="115650" spcFirstLastPara="1" rIns="115650" wrap="square" tIns="11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9"/>
            <p:cNvSpPr/>
            <p:nvPr/>
          </p:nvSpPr>
          <p:spPr>
            <a:xfrm>
              <a:off x="-34004625" y="3690400"/>
              <a:ext cx="155175" cy="187475"/>
            </a:xfrm>
            <a:custGeom>
              <a:rect b="b" l="l" r="r" t="t"/>
              <a:pathLst>
                <a:path extrusionOk="0" h="7499" w="6207">
                  <a:moveTo>
                    <a:pt x="693" y="0"/>
                  </a:moveTo>
                  <a:cubicBezTo>
                    <a:pt x="315" y="0"/>
                    <a:pt x="0" y="315"/>
                    <a:pt x="0" y="662"/>
                  </a:cubicBezTo>
                  <a:lnTo>
                    <a:pt x="0" y="6490"/>
                  </a:lnTo>
                  <a:cubicBezTo>
                    <a:pt x="32" y="7026"/>
                    <a:pt x="504" y="7498"/>
                    <a:pt x="1103" y="7498"/>
                  </a:cubicBezTo>
                  <a:lnTo>
                    <a:pt x="6207" y="7498"/>
                  </a:lnTo>
                  <a:lnTo>
                    <a:pt x="6207" y="5797"/>
                  </a:lnTo>
                  <a:cubicBezTo>
                    <a:pt x="6207" y="5608"/>
                    <a:pt x="6049" y="5451"/>
                    <a:pt x="5860" y="5451"/>
                  </a:cubicBezTo>
                  <a:lnTo>
                    <a:pt x="1765" y="5451"/>
                  </a:lnTo>
                  <a:cubicBezTo>
                    <a:pt x="1576" y="5451"/>
                    <a:pt x="1418" y="5293"/>
                    <a:pt x="1418" y="5104"/>
                  </a:cubicBezTo>
                  <a:lnTo>
                    <a:pt x="1418" y="662"/>
                  </a:lnTo>
                  <a:cubicBezTo>
                    <a:pt x="1418" y="252"/>
                    <a:pt x="1103" y="0"/>
                    <a:pt x="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650" lIns="115650" spcFirstLastPara="1" rIns="115650" wrap="square" tIns="11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-33936100" y="3621075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40" y="1"/>
                  </a:moveTo>
                  <a:cubicBezTo>
                    <a:pt x="473" y="1"/>
                    <a:pt x="0" y="473"/>
                    <a:pt x="0" y="1041"/>
                  </a:cubicBezTo>
                  <a:cubicBezTo>
                    <a:pt x="0" y="1576"/>
                    <a:pt x="473" y="2049"/>
                    <a:pt x="1040" y="2049"/>
                  </a:cubicBezTo>
                  <a:cubicBezTo>
                    <a:pt x="1576" y="2049"/>
                    <a:pt x="2048" y="1576"/>
                    <a:pt x="2048" y="1041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650" lIns="115650" spcFirstLastPara="1" rIns="115650" wrap="square" tIns="11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9"/>
            <p:cNvSpPr/>
            <p:nvPr/>
          </p:nvSpPr>
          <p:spPr>
            <a:xfrm>
              <a:off x="-33952650" y="3690125"/>
              <a:ext cx="155975" cy="186950"/>
            </a:xfrm>
            <a:custGeom>
              <a:rect b="b" l="l" r="r" t="t"/>
              <a:pathLst>
                <a:path extrusionOk="0" h="7478" w="6239">
                  <a:moveTo>
                    <a:pt x="1641" y="1"/>
                  </a:moveTo>
                  <a:cubicBezTo>
                    <a:pt x="1242" y="1"/>
                    <a:pt x="819" y="205"/>
                    <a:pt x="568" y="484"/>
                  </a:cubicBezTo>
                  <a:cubicBezTo>
                    <a:pt x="190" y="799"/>
                    <a:pt x="1" y="1209"/>
                    <a:pt x="1" y="1681"/>
                  </a:cubicBezTo>
                  <a:lnTo>
                    <a:pt x="1" y="4769"/>
                  </a:lnTo>
                  <a:lnTo>
                    <a:pt x="2679" y="4769"/>
                  </a:lnTo>
                  <a:cubicBezTo>
                    <a:pt x="2521" y="4359"/>
                    <a:pt x="2175" y="4107"/>
                    <a:pt x="1702" y="4107"/>
                  </a:cubicBezTo>
                  <a:lnTo>
                    <a:pt x="1040" y="4107"/>
                  </a:lnTo>
                  <a:cubicBezTo>
                    <a:pt x="820" y="4107"/>
                    <a:pt x="662" y="3949"/>
                    <a:pt x="662" y="3729"/>
                  </a:cubicBezTo>
                  <a:lnTo>
                    <a:pt x="662" y="2374"/>
                  </a:lnTo>
                  <a:cubicBezTo>
                    <a:pt x="662" y="2154"/>
                    <a:pt x="820" y="1996"/>
                    <a:pt x="1040" y="1996"/>
                  </a:cubicBezTo>
                  <a:cubicBezTo>
                    <a:pt x="1229" y="1996"/>
                    <a:pt x="1387" y="2154"/>
                    <a:pt x="1387" y="2374"/>
                  </a:cubicBezTo>
                  <a:lnTo>
                    <a:pt x="1387" y="3382"/>
                  </a:lnTo>
                  <a:lnTo>
                    <a:pt x="1733" y="3382"/>
                  </a:lnTo>
                  <a:cubicBezTo>
                    <a:pt x="2553" y="3382"/>
                    <a:pt x="3277" y="3981"/>
                    <a:pt x="3435" y="4769"/>
                  </a:cubicBezTo>
                  <a:lnTo>
                    <a:pt x="3813" y="4769"/>
                  </a:lnTo>
                  <a:cubicBezTo>
                    <a:pt x="4380" y="4769"/>
                    <a:pt x="4852" y="5241"/>
                    <a:pt x="4852" y="5777"/>
                  </a:cubicBezTo>
                  <a:lnTo>
                    <a:pt x="4852" y="7478"/>
                  </a:lnTo>
                  <a:lnTo>
                    <a:pt x="6239" y="7478"/>
                  </a:lnTo>
                  <a:lnTo>
                    <a:pt x="6239" y="5084"/>
                  </a:lnTo>
                  <a:cubicBezTo>
                    <a:pt x="6176" y="4580"/>
                    <a:pt x="5703" y="4107"/>
                    <a:pt x="5168" y="4107"/>
                  </a:cubicBezTo>
                  <a:lnTo>
                    <a:pt x="3781" y="4107"/>
                  </a:lnTo>
                  <a:cubicBezTo>
                    <a:pt x="3592" y="4107"/>
                    <a:pt x="3435" y="3949"/>
                    <a:pt x="3435" y="3729"/>
                  </a:cubicBezTo>
                  <a:lnTo>
                    <a:pt x="3435" y="1807"/>
                  </a:lnTo>
                  <a:cubicBezTo>
                    <a:pt x="3435" y="862"/>
                    <a:pt x="2710" y="43"/>
                    <a:pt x="1796" y="11"/>
                  </a:cubicBezTo>
                  <a:cubicBezTo>
                    <a:pt x="1745" y="4"/>
                    <a:pt x="1694" y="1"/>
                    <a:pt x="16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650" lIns="115650" spcFirstLastPara="1" rIns="115650" wrap="square" tIns="11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9"/>
            <p:cNvSpPr/>
            <p:nvPr/>
          </p:nvSpPr>
          <p:spPr>
            <a:xfrm>
              <a:off x="-33849475" y="3758125"/>
              <a:ext cx="137075" cy="33100"/>
            </a:xfrm>
            <a:custGeom>
              <a:rect b="b" l="l" r="r" t="t"/>
              <a:pathLst>
                <a:path extrusionOk="0" h="1324" w="5483">
                  <a:moveTo>
                    <a:pt x="1" y="1"/>
                  </a:moveTo>
                  <a:lnTo>
                    <a:pt x="1" y="662"/>
                  </a:lnTo>
                  <a:lnTo>
                    <a:pt x="1041" y="662"/>
                  </a:lnTo>
                  <a:cubicBezTo>
                    <a:pt x="1576" y="662"/>
                    <a:pt x="2080" y="946"/>
                    <a:pt x="2395" y="1324"/>
                  </a:cubicBezTo>
                  <a:lnTo>
                    <a:pt x="5136" y="1324"/>
                  </a:lnTo>
                  <a:cubicBezTo>
                    <a:pt x="5325" y="1324"/>
                    <a:pt x="5483" y="1166"/>
                    <a:pt x="5483" y="977"/>
                  </a:cubicBezTo>
                  <a:lnTo>
                    <a:pt x="5483" y="316"/>
                  </a:lnTo>
                  <a:cubicBezTo>
                    <a:pt x="5483" y="158"/>
                    <a:pt x="5325" y="1"/>
                    <a:pt x="5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650" lIns="115650" spcFirstLastPara="1" rIns="115650" wrap="square" tIns="11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2638102" y="1935183"/>
            <a:ext cx="448595" cy="446897"/>
            <a:chOff x="-35123050" y="3561225"/>
            <a:chExt cx="292225" cy="291100"/>
          </a:xfrm>
        </p:grpSpPr>
        <p:sp>
          <p:nvSpPr>
            <p:cNvPr id="325" name="Google Shape;325;p29"/>
            <p:cNvSpPr/>
            <p:nvPr/>
          </p:nvSpPr>
          <p:spPr>
            <a:xfrm>
              <a:off x="-35123050" y="3629750"/>
              <a:ext cx="205575" cy="222575"/>
            </a:xfrm>
            <a:custGeom>
              <a:rect b="b" l="l" r="r" t="t"/>
              <a:pathLst>
                <a:path extrusionOk="0" h="8903" w="8223">
                  <a:moveTo>
                    <a:pt x="2080" y="2710"/>
                  </a:moveTo>
                  <a:cubicBezTo>
                    <a:pt x="2458" y="2710"/>
                    <a:pt x="2741" y="3056"/>
                    <a:pt x="2741" y="3403"/>
                  </a:cubicBezTo>
                  <a:cubicBezTo>
                    <a:pt x="2741" y="3781"/>
                    <a:pt x="2426" y="4065"/>
                    <a:pt x="2080" y="4065"/>
                  </a:cubicBezTo>
                  <a:cubicBezTo>
                    <a:pt x="1733" y="4065"/>
                    <a:pt x="1418" y="3750"/>
                    <a:pt x="1418" y="3403"/>
                  </a:cubicBezTo>
                  <a:cubicBezTo>
                    <a:pt x="1418" y="3056"/>
                    <a:pt x="1670" y="2710"/>
                    <a:pt x="2080" y="2710"/>
                  </a:cubicBezTo>
                  <a:close/>
                  <a:moveTo>
                    <a:pt x="4127" y="2710"/>
                  </a:moveTo>
                  <a:cubicBezTo>
                    <a:pt x="4506" y="2710"/>
                    <a:pt x="4789" y="3056"/>
                    <a:pt x="4789" y="3403"/>
                  </a:cubicBezTo>
                  <a:cubicBezTo>
                    <a:pt x="4789" y="3781"/>
                    <a:pt x="4474" y="4065"/>
                    <a:pt x="4127" y="4065"/>
                  </a:cubicBezTo>
                  <a:cubicBezTo>
                    <a:pt x="3718" y="4065"/>
                    <a:pt x="3466" y="3750"/>
                    <a:pt x="3466" y="3403"/>
                  </a:cubicBezTo>
                  <a:cubicBezTo>
                    <a:pt x="3466" y="3056"/>
                    <a:pt x="3718" y="2710"/>
                    <a:pt x="4127" y="2710"/>
                  </a:cubicBezTo>
                  <a:close/>
                  <a:moveTo>
                    <a:pt x="6207" y="2710"/>
                  </a:moveTo>
                  <a:cubicBezTo>
                    <a:pt x="6616" y="2710"/>
                    <a:pt x="6868" y="3056"/>
                    <a:pt x="6868" y="3403"/>
                  </a:cubicBezTo>
                  <a:cubicBezTo>
                    <a:pt x="6868" y="3781"/>
                    <a:pt x="6553" y="4065"/>
                    <a:pt x="6207" y="4065"/>
                  </a:cubicBezTo>
                  <a:cubicBezTo>
                    <a:pt x="5829" y="4065"/>
                    <a:pt x="5545" y="3750"/>
                    <a:pt x="5545" y="3403"/>
                  </a:cubicBezTo>
                  <a:cubicBezTo>
                    <a:pt x="5514" y="3056"/>
                    <a:pt x="5829" y="2710"/>
                    <a:pt x="6207" y="2710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57"/>
                    <a:pt x="0" y="1702"/>
                  </a:cubicBezTo>
                  <a:lnTo>
                    <a:pt x="0" y="5136"/>
                  </a:lnTo>
                  <a:cubicBezTo>
                    <a:pt x="0" y="5955"/>
                    <a:pt x="630" y="6616"/>
                    <a:pt x="1418" y="6774"/>
                  </a:cubicBezTo>
                  <a:lnTo>
                    <a:pt x="1418" y="8570"/>
                  </a:lnTo>
                  <a:cubicBezTo>
                    <a:pt x="1418" y="8696"/>
                    <a:pt x="1481" y="8822"/>
                    <a:pt x="1607" y="8885"/>
                  </a:cubicBezTo>
                  <a:cubicBezTo>
                    <a:pt x="1649" y="8895"/>
                    <a:pt x="1695" y="8902"/>
                    <a:pt x="1739" y="8902"/>
                  </a:cubicBezTo>
                  <a:cubicBezTo>
                    <a:pt x="1828" y="8902"/>
                    <a:pt x="1912" y="8874"/>
                    <a:pt x="1954" y="8790"/>
                  </a:cubicBezTo>
                  <a:lnTo>
                    <a:pt x="3938" y="6837"/>
                  </a:lnTo>
                  <a:lnTo>
                    <a:pt x="6522" y="6837"/>
                  </a:lnTo>
                  <a:cubicBezTo>
                    <a:pt x="7467" y="6837"/>
                    <a:pt x="8223" y="6081"/>
                    <a:pt x="8223" y="5136"/>
                  </a:cubicBezTo>
                  <a:lnTo>
                    <a:pt x="8223" y="1702"/>
                  </a:lnTo>
                  <a:cubicBezTo>
                    <a:pt x="8223" y="757"/>
                    <a:pt x="7467" y="0"/>
                    <a:pt x="65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675" lIns="115675" spcFirstLastPara="1" rIns="115675" wrap="square" tIns="11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-35053750" y="3561225"/>
              <a:ext cx="222925" cy="221825"/>
            </a:xfrm>
            <a:custGeom>
              <a:rect b="b" l="l" r="r" t="t"/>
              <a:pathLst>
                <a:path extrusionOk="0" h="8873" w="8917">
                  <a:moveTo>
                    <a:pt x="1702" y="1"/>
                  </a:moveTo>
                  <a:cubicBezTo>
                    <a:pt x="757" y="1"/>
                    <a:pt x="1" y="725"/>
                    <a:pt x="1" y="1702"/>
                  </a:cubicBezTo>
                  <a:lnTo>
                    <a:pt x="1" y="2048"/>
                  </a:lnTo>
                  <a:lnTo>
                    <a:pt x="3781" y="2048"/>
                  </a:lnTo>
                  <a:cubicBezTo>
                    <a:pt x="5136" y="2048"/>
                    <a:pt x="6207" y="3088"/>
                    <a:pt x="6207" y="4443"/>
                  </a:cubicBezTo>
                  <a:lnTo>
                    <a:pt x="6207" y="7877"/>
                  </a:lnTo>
                  <a:lnTo>
                    <a:pt x="6207" y="8003"/>
                  </a:lnTo>
                  <a:lnTo>
                    <a:pt x="6995" y="8790"/>
                  </a:lnTo>
                  <a:cubicBezTo>
                    <a:pt x="7055" y="8850"/>
                    <a:pt x="7127" y="8872"/>
                    <a:pt x="7205" y="8872"/>
                  </a:cubicBezTo>
                  <a:cubicBezTo>
                    <a:pt x="7249" y="8872"/>
                    <a:pt x="7295" y="8865"/>
                    <a:pt x="7341" y="8853"/>
                  </a:cubicBezTo>
                  <a:cubicBezTo>
                    <a:pt x="7467" y="8822"/>
                    <a:pt x="7530" y="8664"/>
                    <a:pt x="7530" y="8538"/>
                  </a:cubicBezTo>
                  <a:lnTo>
                    <a:pt x="7530" y="6806"/>
                  </a:lnTo>
                  <a:cubicBezTo>
                    <a:pt x="8318" y="6648"/>
                    <a:pt x="8917" y="5955"/>
                    <a:pt x="8917" y="5104"/>
                  </a:cubicBezTo>
                  <a:lnTo>
                    <a:pt x="8917" y="1702"/>
                  </a:lnTo>
                  <a:cubicBezTo>
                    <a:pt x="8917" y="725"/>
                    <a:pt x="8129" y="1"/>
                    <a:pt x="71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675" lIns="115675" spcFirstLastPara="1" rIns="115675" wrap="square" tIns="11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-530364">
            <a:off x="4906694" y="353644"/>
            <a:ext cx="2384268" cy="71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332" name="Google Shape;332;p30"/>
          <p:cNvSpPr txBox="1"/>
          <p:nvPr/>
        </p:nvSpPr>
        <p:spPr>
          <a:xfrm rot="-510241">
            <a:off x="5450297" y="397717"/>
            <a:ext cx="1430225" cy="227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130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Funzionalità</a:t>
            </a:r>
            <a:endParaRPr sz="1200">
              <a:solidFill>
                <a:srgbClr val="47130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33" name="Google Shape;333;p30"/>
          <p:cNvSpPr/>
          <p:nvPr/>
        </p:nvSpPr>
        <p:spPr>
          <a:xfrm rot="-1627224">
            <a:off x="725793" y="866043"/>
            <a:ext cx="1148591" cy="1090546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34" name="Google Shape;33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5" y="3781224"/>
            <a:ext cx="3047552" cy="914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335" name="Google Shape;335;p30"/>
          <p:cNvPicPr preferRelativeResize="0"/>
          <p:nvPr/>
        </p:nvPicPr>
        <p:blipFill rotWithShape="1">
          <a:blip r:embed="rId5">
            <a:alphaModFix/>
          </a:blip>
          <a:srcRect b="0" l="0" r="30357" t="0"/>
          <a:stretch/>
        </p:blipFill>
        <p:spPr>
          <a:xfrm rot="-507115">
            <a:off x="4512305" y="697134"/>
            <a:ext cx="4079091" cy="36063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880850" y="3829850"/>
            <a:ext cx="2679000" cy="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Le diverse pagine dell’applicazione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37" name="Google Shape;337;p30"/>
          <p:cNvSpPr txBox="1"/>
          <p:nvPr>
            <p:ph type="title"/>
          </p:nvPr>
        </p:nvSpPr>
        <p:spPr>
          <a:xfrm>
            <a:off x="768375" y="1969250"/>
            <a:ext cx="3934500" cy="14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Applicazione</a:t>
            </a:r>
            <a:endParaRPr sz="4600">
              <a:solidFill>
                <a:schemeClr val="lt2"/>
              </a:solidFill>
            </a:endParaRPr>
          </a:p>
        </p:txBody>
      </p:sp>
      <p:sp>
        <p:nvSpPr>
          <p:cNvPr id="338" name="Google Shape;338;p30"/>
          <p:cNvSpPr txBox="1"/>
          <p:nvPr>
            <p:ph idx="2" type="title"/>
          </p:nvPr>
        </p:nvSpPr>
        <p:spPr>
          <a:xfrm>
            <a:off x="831475" y="836975"/>
            <a:ext cx="1380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 rot="1898856">
            <a:off x="7402575" y="427466"/>
            <a:ext cx="1294932" cy="41695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0"/>
          <p:cNvSpPr/>
          <p:nvPr/>
        </p:nvSpPr>
        <p:spPr>
          <a:xfrm rot="-2700000">
            <a:off x="4640652" y="3558322"/>
            <a:ext cx="439006" cy="1543485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1" name="Google Shape;341;p30"/>
          <p:cNvGrpSpPr/>
          <p:nvPr/>
        </p:nvGrpSpPr>
        <p:grpSpPr>
          <a:xfrm rot="848617">
            <a:off x="4884671" y="1562446"/>
            <a:ext cx="841777" cy="841777"/>
            <a:chOff x="5660400" y="238125"/>
            <a:chExt cx="481825" cy="481825"/>
          </a:xfrm>
        </p:grpSpPr>
        <p:sp>
          <p:nvSpPr>
            <p:cNvPr id="342" name="Google Shape;342;p30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26850" lIns="226850" spcFirstLastPara="1" rIns="226850" wrap="square" tIns="226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74">
                <a:solidFill>
                  <a:srgbClr val="435D74"/>
                </a:solidFill>
              </a:endParaRPr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26850" lIns="226850" spcFirstLastPara="1" rIns="226850" wrap="square" tIns="226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74">
                <a:solidFill>
                  <a:srgbClr val="435D74"/>
                </a:solidFill>
              </a:endParaRPr>
            </a:p>
          </p:txBody>
        </p:sp>
      </p:grpSp>
      <p:grpSp>
        <p:nvGrpSpPr>
          <p:cNvPr id="344" name="Google Shape;344;p30"/>
          <p:cNvGrpSpPr/>
          <p:nvPr/>
        </p:nvGrpSpPr>
        <p:grpSpPr>
          <a:xfrm>
            <a:off x="7351794" y="2757000"/>
            <a:ext cx="756629" cy="750513"/>
            <a:chOff x="-2310650" y="3958175"/>
            <a:chExt cx="293825" cy="291450"/>
          </a:xfrm>
        </p:grpSpPr>
        <p:sp>
          <p:nvSpPr>
            <p:cNvPr id="345" name="Google Shape;345;p30"/>
            <p:cNvSpPr/>
            <p:nvPr/>
          </p:nvSpPr>
          <p:spPr>
            <a:xfrm>
              <a:off x="-2310650" y="3958175"/>
              <a:ext cx="185925" cy="118950"/>
            </a:xfrm>
            <a:custGeom>
              <a:rect b="b" l="l" r="r" t="t"/>
              <a:pathLst>
                <a:path extrusionOk="0" h="4758" w="7437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3500" lIns="163500" spcFirstLastPara="1" rIns="163500" wrap="square" tIns="16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-2309075" y="3992050"/>
              <a:ext cx="292250" cy="257575"/>
            </a:xfrm>
            <a:custGeom>
              <a:rect b="b" l="l" r="r" t="t"/>
              <a:pathLst>
                <a:path extrusionOk="0" h="10303" w="1169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3500" lIns="163500" spcFirstLastPara="1" rIns="163500" wrap="square" tIns="163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6519394" y="1359748"/>
            <a:ext cx="870082" cy="767549"/>
            <a:chOff x="-45674075" y="3586425"/>
            <a:chExt cx="300900" cy="265450"/>
          </a:xfrm>
        </p:grpSpPr>
        <p:sp>
          <p:nvSpPr>
            <p:cNvPr id="348" name="Google Shape;348;p30"/>
            <p:cNvSpPr/>
            <p:nvPr/>
          </p:nvSpPr>
          <p:spPr>
            <a:xfrm>
              <a:off x="-45674075" y="3586425"/>
              <a:ext cx="300125" cy="70925"/>
            </a:xfrm>
            <a:custGeom>
              <a:rect b="b" l="l" r="r" t="t"/>
              <a:pathLst>
                <a:path extrusionOk="0" h="2837" w="12005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23325" lIns="223325" spcFirstLastPara="1" rIns="223325" wrap="square" tIns="22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-45673275" y="3675425"/>
              <a:ext cx="300100" cy="176450"/>
            </a:xfrm>
            <a:custGeom>
              <a:rect b="b" l="l" r="r" t="t"/>
              <a:pathLst>
                <a:path extrusionOk="0" h="7058" w="12004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23325" lIns="223325" spcFirstLastPara="1" rIns="223325" wrap="square" tIns="22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0" name="Google Shape;350;p30"/>
          <p:cNvGrpSpPr/>
          <p:nvPr/>
        </p:nvGrpSpPr>
        <p:grpSpPr>
          <a:xfrm>
            <a:off x="5787084" y="2882640"/>
            <a:ext cx="756633" cy="746520"/>
            <a:chOff x="-1951475" y="3597450"/>
            <a:chExt cx="295375" cy="291450"/>
          </a:xfrm>
        </p:grpSpPr>
        <p:sp>
          <p:nvSpPr>
            <p:cNvPr id="351" name="Google Shape;351;p30"/>
            <p:cNvSpPr/>
            <p:nvPr/>
          </p:nvSpPr>
          <p:spPr>
            <a:xfrm>
              <a:off x="-1951475" y="3597450"/>
              <a:ext cx="170925" cy="34675"/>
            </a:xfrm>
            <a:custGeom>
              <a:rect b="b" l="l" r="r" t="t"/>
              <a:pathLst>
                <a:path extrusionOk="0" h="1387" w="6837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2650" lIns="162650" spcFirstLastPara="1" rIns="162650" wrap="square" tIns="162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-1949900" y="3648650"/>
              <a:ext cx="171725" cy="173300"/>
            </a:xfrm>
            <a:custGeom>
              <a:rect b="b" l="l" r="r" t="t"/>
              <a:pathLst>
                <a:path extrusionOk="0" h="6932" w="6869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2650" lIns="162650" spcFirstLastPara="1" rIns="162650" wrap="square" tIns="162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-1951475" y="3838475"/>
              <a:ext cx="170925" cy="50425"/>
            </a:xfrm>
            <a:custGeom>
              <a:rect b="b" l="l" r="r" t="t"/>
              <a:pathLst>
                <a:path extrusionOk="0" h="2017" w="6837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2650" lIns="162650" spcFirstLastPara="1" rIns="162650" wrap="square" tIns="162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-1912900" y="3675825"/>
              <a:ext cx="256800" cy="202825"/>
            </a:xfrm>
            <a:custGeom>
              <a:rect b="b" l="l" r="r" t="t"/>
              <a:pathLst>
                <a:path extrusionOk="0" h="8113" w="10272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2650" lIns="162650" spcFirstLastPara="1" rIns="162650" wrap="square" tIns="162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837250" y="450409"/>
            <a:ext cx="38541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Utente</a:t>
            </a:r>
            <a:endParaRPr/>
          </a:p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837250" y="1222425"/>
            <a:ext cx="3854100" cy="21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È permessa: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Aggiunta di nuovi strumenti o stili a quelli praticati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Richiesta di iscrizione ad associazioni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Creazione di associazioni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Per ciascuna associazione alla quale si è iscritti: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invio di messaggi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conferma della presenza ad eventi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proposta di brani e coreografie</a:t>
            </a:r>
            <a:endParaRPr/>
          </a:p>
        </p:txBody>
      </p:sp>
      <p:sp>
        <p:nvSpPr>
          <p:cNvPr id="361" name="Google Shape;361;p31"/>
          <p:cNvSpPr/>
          <p:nvPr/>
        </p:nvSpPr>
        <p:spPr>
          <a:xfrm rot="549995">
            <a:off x="4962025" y="1309319"/>
            <a:ext cx="3544427" cy="2799478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6415" rotWithShape="0" algn="bl" dir="5400000" dist="18805">
              <a:schemeClr val="dk1">
                <a:alpha val="17000"/>
              </a:schemeClr>
            </a:outerShdw>
          </a:effectLst>
        </p:spPr>
        <p:txBody>
          <a:bodyPr anchorCtr="0" anchor="ctr" bIns="90250" lIns="90250" spcFirstLastPara="1" rIns="90250" wrap="square" tIns="9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1"/>
          <p:cNvSpPr/>
          <p:nvPr/>
        </p:nvSpPr>
        <p:spPr>
          <a:xfrm rot="-7013308">
            <a:off x="8081560" y="3221804"/>
            <a:ext cx="336203" cy="1075849"/>
          </a:xfrm>
          <a:custGeom>
            <a:rect b="b" l="l" r="r" t="t"/>
            <a:pathLst>
              <a:path extrusionOk="0" h="92064" w="28770">
                <a:moveTo>
                  <a:pt x="402" y="0"/>
                </a:moveTo>
                <a:lnTo>
                  <a:pt x="536" y="9367"/>
                </a:lnTo>
                <a:lnTo>
                  <a:pt x="536" y="19804"/>
                </a:lnTo>
                <a:lnTo>
                  <a:pt x="268" y="42151"/>
                </a:lnTo>
                <a:lnTo>
                  <a:pt x="0" y="64498"/>
                </a:lnTo>
                <a:lnTo>
                  <a:pt x="0" y="74935"/>
                </a:lnTo>
                <a:lnTo>
                  <a:pt x="134" y="84436"/>
                </a:lnTo>
                <a:lnTo>
                  <a:pt x="268" y="84570"/>
                </a:lnTo>
                <a:lnTo>
                  <a:pt x="402" y="84570"/>
                </a:lnTo>
                <a:lnTo>
                  <a:pt x="803" y="84703"/>
                </a:lnTo>
                <a:lnTo>
                  <a:pt x="2007" y="84570"/>
                </a:lnTo>
                <a:lnTo>
                  <a:pt x="4951" y="84168"/>
                </a:lnTo>
                <a:lnTo>
                  <a:pt x="7895" y="83900"/>
                </a:lnTo>
                <a:lnTo>
                  <a:pt x="8832" y="83900"/>
                </a:lnTo>
                <a:lnTo>
                  <a:pt x="9233" y="84034"/>
                </a:lnTo>
                <a:lnTo>
                  <a:pt x="9769" y="84302"/>
                </a:lnTo>
                <a:lnTo>
                  <a:pt x="10304" y="84837"/>
                </a:lnTo>
                <a:lnTo>
                  <a:pt x="10973" y="85774"/>
                </a:lnTo>
                <a:lnTo>
                  <a:pt x="11776" y="86577"/>
                </a:lnTo>
                <a:lnTo>
                  <a:pt x="12712" y="87112"/>
                </a:lnTo>
                <a:lnTo>
                  <a:pt x="13649" y="87513"/>
                </a:lnTo>
                <a:lnTo>
                  <a:pt x="14720" y="87647"/>
                </a:lnTo>
                <a:lnTo>
                  <a:pt x="14853" y="87647"/>
                </a:lnTo>
                <a:lnTo>
                  <a:pt x="15924" y="87513"/>
                </a:lnTo>
                <a:lnTo>
                  <a:pt x="16861" y="87513"/>
                </a:lnTo>
                <a:lnTo>
                  <a:pt x="17663" y="87647"/>
                </a:lnTo>
                <a:lnTo>
                  <a:pt x="18065" y="87781"/>
                </a:lnTo>
                <a:lnTo>
                  <a:pt x="18466" y="87915"/>
                </a:lnTo>
                <a:lnTo>
                  <a:pt x="18868" y="88316"/>
                </a:lnTo>
                <a:lnTo>
                  <a:pt x="19269" y="88718"/>
                </a:lnTo>
                <a:lnTo>
                  <a:pt x="19804" y="89788"/>
                </a:lnTo>
                <a:lnTo>
                  <a:pt x="20473" y="90725"/>
                </a:lnTo>
                <a:lnTo>
                  <a:pt x="20741" y="91126"/>
                </a:lnTo>
                <a:lnTo>
                  <a:pt x="21276" y="91394"/>
                </a:lnTo>
                <a:lnTo>
                  <a:pt x="21945" y="91662"/>
                </a:lnTo>
                <a:lnTo>
                  <a:pt x="22748" y="91662"/>
                </a:lnTo>
                <a:lnTo>
                  <a:pt x="27833" y="92063"/>
                </a:lnTo>
                <a:lnTo>
                  <a:pt x="28368" y="71590"/>
                </a:lnTo>
                <a:lnTo>
                  <a:pt x="28636" y="50046"/>
                </a:lnTo>
                <a:lnTo>
                  <a:pt x="28770" y="39207"/>
                </a:lnTo>
                <a:lnTo>
                  <a:pt x="28770" y="28502"/>
                </a:lnTo>
                <a:lnTo>
                  <a:pt x="28502" y="18065"/>
                </a:lnTo>
                <a:lnTo>
                  <a:pt x="28101" y="7895"/>
                </a:lnTo>
                <a:lnTo>
                  <a:pt x="25692" y="6958"/>
                </a:lnTo>
                <a:lnTo>
                  <a:pt x="23284" y="6156"/>
                </a:lnTo>
                <a:lnTo>
                  <a:pt x="20741" y="5486"/>
                </a:lnTo>
                <a:lnTo>
                  <a:pt x="18199" y="4951"/>
                </a:lnTo>
                <a:lnTo>
                  <a:pt x="17530" y="4817"/>
                </a:lnTo>
                <a:lnTo>
                  <a:pt x="16994" y="4684"/>
                </a:lnTo>
                <a:lnTo>
                  <a:pt x="16459" y="4282"/>
                </a:lnTo>
                <a:lnTo>
                  <a:pt x="16192" y="3881"/>
                </a:lnTo>
                <a:lnTo>
                  <a:pt x="15522" y="3078"/>
                </a:lnTo>
                <a:lnTo>
                  <a:pt x="14853" y="2409"/>
                </a:lnTo>
                <a:lnTo>
                  <a:pt x="14051" y="1874"/>
                </a:lnTo>
                <a:lnTo>
                  <a:pt x="13248" y="1606"/>
                </a:lnTo>
                <a:lnTo>
                  <a:pt x="12445" y="1338"/>
                </a:lnTo>
                <a:lnTo>
                  <a:pt x="10571" y="937"/>
                </a:lnTo>
                <a:lnTo>
                  <a:pt x="8698" y="669"/>
                </a:lnTo>
                <a:lnTo>
                  <a:pt x="3212" y="669"/>
                </a:lnTo>
                <a:lnTo>
                  <a:pt x="2275" y="535"/>
                </a:lnTo>
                <a:lnTo>
                  <a:pt x="1338" y="268"/>
                </a:lnTo>
                <a:lnTo>
                  <a:pt x="402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1"/>
          <p:cNvSpPr/>
          <p:nvPr/>
        </p:nvSpPr>
        <p:spPr>
          <a:xfrm>
            <a:off x="4802734" y="857451"/>
            <a:ext cx="997572" cy="902199"/>
          </a:xfrm>
          <a:custGeom>
            <a:rect b="b" l="l" r="r" t="t"/>
            <a:pathLst>
              <a:path extrusionOk="0" h="77210" w="85372">
                <a:moveTo>
                  <a:pt x="59279" y="0"/>
                </a:moveTo>
                <a:lnTo>
                  <a:pt x="44292" y="13114"/>
                </a:lnTo>
                <a:lnTo>
                  <a:pt x="29439" y="26227"/>
                </a:lnTo>
                <a:lnTo>
                  <a:pt x="14585" y="39475"/>
                </a:lnTo>
                <a:lnTo>
                  <a:pt x="7360" y="46165"/>
                </a:lnTo>
                <a:lnTo>
                  <a:pt x="0" y="52856"/>
                </a:lnTo>
                <a:lnTo>
                  <a:pt x="535" y="54462"/>
                </a:lnTo>
                <a:lnTo>
                  <a:pt x="937" y="56067"/>
                </a:lnTo>
                <a:lnTo>
                  <a:pt x="1472" y="57673"/>
                </a:lnTo>
                <a:lnTo>
                  <a:pt x="1740" y="58342"/>
                </a:lnTo>
                <a:lnTo>
                  <a:pt x="2275" y="59011"/>
                </a:lnTo>
                <a:lnTo>
                  <a:pt x="3078" y="59948"/>
                </a:lnTo>
                <a:lnTo>
                  <a:pt x="4014" y="60751"/>
                </a:lnTo>
                <a:lnTo>
                  <a:pt x="4550" y="61554"/>
                </a:lnTo>
                <a:lnTo>
                  <a:pt x="4951" y="62357"/>
                </a:lnTo>
                <a:lnTo>
                  <a:pt x="5754" y="63962"/>
                </a:lnTo>
                <a:lnTo>
                  <a:pt x="6557" y="65568"/>
                </a:lnTo>
                <a:lnTo>
                  <a:pt x="7493" y="67308"/>
                </a:lnTo>
                <a:lnTo>
                  <a:pt x="9768" y="70653"/>
                </a:lnTo>
                <a:lnTo>
                  <a:pt x="14184" y="77210"/>
                </a:lnTo>
                <a:lnTo>
                  <a:pt x="21945" y="69984"/>
                </a:lnTo>
                <a:lnTo>
                  <a:pt x="30777" y="62089"/>
                </a:lnTo>
                <a:lnTo>
                  <a:pt x="49912" y="45095"/>
                </a:lnTo>
                <a:lnTo>
                  <a:pt x="68913" y="28234"/>
                </a:lnTo>
                <a:lnTo>
                  <a:pt x="85372" y="13515"/>
                </a:lnTo>
                <a:lnTo>
                  <a:pt x="84970" y="12980"/>
                </a:lnTo>
                <a:lnTo>
                  <a:pt x="84569" y="12445"/>
                </a:lnTo>
                <a:lnTo>
                  <a:pt x="83499" y="11508"/>
                </a:lnTo>
                <a:lnTo>
                  <a:pt x="82294" y="10705"/>
                </a:lnTo>
                <a:lnTo>
                  <a:pt x="81090" y="10036"/>
                </a:lnTo>
                <a:lnTo>
                  <a:pt x="78280" y="8965"/>
                </a:lnTo>
                <a:lnTo>
                  <a:pt x="76942" y="8430"/>
                </a:lnTo>
                <a:lnTo>
                  <a:pt x="75604" y="7761"/>
                </a:lnTo>
                <a:lnTo>
                  <a:pt x="74399" y="6958"/>
                </a:lnTo>
                <a:lnTo>
                  <a:pt x="73195" y="6155"/>
                </a:lnTo>
                <a:lnTo>
                  <a:pt x="70920" y="4550"/>
                </a:lnTo>
                <a:lnTo>
                  <a:pt x="69716" y="3747"/>
                </a:lnTo>
                <a:lnTo>
                  <a:pt x="68244" y="3078"/>
                </a:lnTo>
                <a:lnTo>
                  <a:pt x="66772" y="2542"/>
                </a:lnTo>
                <a:lnTo>
                  <a:pt x="65300" y="2007"/>
                </a:lnTo>
                <a:lnTo>
                  <a:pt x="62089" y="937"/>
                </a:lnTo>
                <a:lnTo>
                  <a:pt x="59279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31"/>
          <p:cNvPicPr preferRelativeResize="0"/>
          <p:nvPr/>
        </p:nvPicPr>
        <p:blipFill rotWithShape="1">
          <a:blip r:embed="rId3">
            <a:alphaModFix/>
          </a:blip>
          <a:srcRect b="3932" l="21231" r="22988" t="3978"/>
          <a:stretch/>
        </p:blipFill>
        <p:spPr>
          <a:xfrm rot="582586">
            <a:off x="5971952" y="1443034"/>
            <a:ext cx="1695569" cy="19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"/>
          <p:cNvSpPr/>
          <p:nvPr/>
        </p:nvSpPr>
        <p:spPr>
          <a:xfrm rot="-222090">
            <a:off x="182507" y="1385927"/>
            <a:ext cx="3544419" cy="2799514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6415" rotWithShape="0" algn="bl" dir="5400000" dist="18805">
              <a:schemeClr val="dk1">
                <a:alpha val="17000"/>
              </a:schemeClr>
            </a:outerShdw>
          </a:effectLst>
        </p:spPr>
        <p:txBody>
          <a:bodyPr anchorCtr="0" anchor="ctr" bIns="90250" lIns="90250" spcFirstLastPara="1" rIns="90250" wrap="square" tIns="9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2"/>
          <p:cNvSpPr/>
          <p:nvPr/>
        </p:nvSpPr>
        <p:spPr>
          <a:xfrm rot="-4189494">
            <a:off x="3050539" y="595067"/>
            <a:ext cx="433357" cy="1523625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0250" lIns="90250" spcFirstLastPara="1" rIns="90250" wrap="square" tIns="9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2"/>
          <p:cNvSpPr txBox="1"/>
          <p:nvPr>
            <p:ph type="title"/>
          </p:nvPr>
        </p:nvSpPr>
        <p:spPr>
          <a:xfrm>
            <a:off x="3813575" y="779225"/>
            <a:ext cx="48462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Presidente ed insegnante</a:t>
            </a:r>
            <a:endParaRPr/>
          </a:p>
        </p:txBody>
      </p:sp>
      <p:sp>
        <p:nvSpPr>
          <p:cNvPr id="372" name="Google Shape;372;p32"/>
          <p:cNvSpPr txBox="1"/>
          <p:nvPr>
            <p:ph idx="4294967295" type="body"/>
          </p:nvPr>
        </p:nvSpPr>
        <p:spPr>
          <a:xfrm>
            <a:off x="4132150" y="1538500"/>
            <a:ext cx="3854100" cy="29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È permessa, per ciascuna associazione di cui si è presidenti: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Nomina di un iscritto come insegnante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Nomina di un iscritto come presidente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Accettazione di richieste di iscrizione e proposte di brani e coreografie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Pubblicazione eventi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Per ciascuna associazione in cui si è insegnanti, è permessa la pubblicazione di lezioni per gli strumenti/stili insegnati</a:t>
            </a:r>
            <a:endParaRPr/>
          </a:p>
        </p:txBody>
      </p:sp>
      <p:pic>
        <p:nvPicPr>
          <p:cNvPr id="373" name="Google Shape;3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39011">
            <a:off x="1155910" y="1545078"/>
            <a:ext cx="1404030" cy="1925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3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-530364">
            <a:off x="4906694" y="353644"/>
            <a:ext cx="2384268" cy="71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379" name="Google Shape;379;p33"/>
          <p:cNvSpPr txBox="1"/>
          <p:nvPr/>
        </p:nvSpPr>
        <p:spPr>
          <a:xfrm rot="-510241">
            <a:off x="5450297" y="397717"/>
            <a:ext cx="1430225" cy="227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130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Funzionalità</a:t>
            </a:r>
            <a:endParaRPr sz="1200">
              <a:solidFill>
                <a:srgbClr val="47130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80" name="Google Shape;380;p33"/>
          <p:cNvSpPr/>
          <p:nvPr/>
        </p:nvSpPr>
        <p:spPr>
          <a:xfrm rot="-1627224">
            <a:off x="725793" y="866043"/>
            <a:ext cx="1148591" cy="1090546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81" name="Google Shape;38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5" y="3781224"/>
            <a:ext cx="3047552" cy="914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382" name="Google Shape;382;p33"/>
          <p:cNvPicPr preferRelativeResize="0"/>
          <p:nvPr/>
        </p:nvPicPr>
        <p:blipFill rotWithShape="1">
          <a:blip r:embed="rId5">
            <a:alphaModFix/>
          </a:blip>
          <a:srcRect b="0" l="0" r="30357" t="0"/>
          <a:stretch/>
        </p:blipFill>
        <p:spPr>
          <a:xfrm rot="-507115">
            <a:off x="4512305" y="697134"/>
            <a:ext cx="4079091" cy="36063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383" name="Google Shape;383;p33"/>
          <p:cNvSpPr txBox="1"/>
          <p:nvPr>
            <p:ph idx="1" type="subTitle"/>
          </p:nvPr>
        </p:nvSpPr>
        <p:spPr>
          <a:xfrm>
            <a:off x="880850" y="3829850"/>
            <a:ext cx="2679000" cy="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Architettura dell'applicazione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84" name="Google Shape;384;p33"/>
          <p:cNvSpPr txBox="1"/>
          <p:nvPr>
            <p:ph type="title"/>
          </p:nvPr>
        </p:nvSpPr>
        <p:spPr>
          <a:xfrm>
            <a:off x="768375" y="1969250"/>
            <a:ext cx="3934500" cy="14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Architettura</a:t>
            </a:r>
            <a:endParaRPr sz="4600">
              <a:solidFill>
                <a:schemeClr val="lt2"/>
              </a:solidFill>
            </a:endParaRPr>
          </a:p>
        </p:txBody>
      </p:sp>
      <p:sp>
        <p:nvSpPr>
          <p:cNvPr id="385" name="Google Shape;385;p33"/>
          <p:cNvSpPr txBox="1"/>
          <p:nvPr>
            <p:ph idx="2" type="title"/>
          </p:nvPr>
        </p:nvSpPr>
        <p:spPr>
          <a:xfrm>
            <a:off x="831475" y="836975"/>
            <a:ext cx="1380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6" name="Google Shape;386;p33"/>
          <p:cNvSpPr/>
          <p:nvPr/>
        </p:nvSpPr>
        <p:spPr>
          <a:xfrm rot="1898856">
            <a:off x="7402575" y="427466"/>
            <a:ext cx="1294932" cy="41695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"/>
          <p:cNvSpPr/>
          <p:nvPr/>
        </p:nvSpPr>
        <p:spPr>
          <a:xfrm rot="-2700000">
            <a:off x="4640652" y="3558322"/>
            <a:ext cx="439006" cy="1543485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33"/>
          <p:cNvGrpSpPr/>
          <p:nvPr/>
        </p:nvGrpSpPr>
        <p:grpSpPr>
          <a:xfrm>
            <a:off x="6519394" y="1359748"/>
            <a:ext cx="870082" cy="767549"/>
            <a:chOff x="-45674075" y="3586425"/>
            <a:chExt cx="300900" cy="265450"/>
          </a:xfrm>
        </p:grpSpPr>
        <p:sp>
          <p:nvSpPr>
            <p:cNvPr id="389" name="Google Shape;389;p33"/>
            <p:cNvSpPr/>
            <p:nvPr/>
          </p:nvSpPr>
          <p:spPr>
            <a:xfrm>
              <a:off x="-45674075" y="3586425"/>
              <a:ext cx="300125" cy="70925"/>
            </a:xfrm>
            <a:custGeom>
              <a:rect b="b" l="l" r="r" t="t"/>
              <a:pathLst>
                <a:path extrusionOk="0" h="2837" w="12005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23325" lIns="223325" spcFirstLastPara="1" rIns="223325" wrap="square" tIns="22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-45673275" y="3675425"/>
              <a:ext cx="300100" cy="176450"/>
            </a:xfrm>
            <a:custGeom>
              <a:rect b="b" l="l" r="r" t="t"/>
              <a:pathLst>
                <a:path extrusionOk="0" h="7058" w="12004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223325" lIns="223325" spcFirstLastPara="1" rIns="223325" wrap="square" tIns="22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33"/>
          <p:cNvGrpSpPr/>
          <p:nvPr/>
        </p:nvGrpSpPr>
        <p:grpSpPr>
          <a:xfrm>
            <a:off x="5030400" y="1548231"/>
            <a:ext cx="756664" cy="754593"/>
            <a:chOff x="-2671375" y="3597450"/>
            <a:chExt cx="292250" cy="291450"/>
          </a:xfrm>
        </p:grpSpPr>
        <p:sp>
          <p:nvSpPr>
            <p:cNvPr id="392" name="Google Shape;392;p33"/>
            <p:cNvSpPr/>
            <p:nvPr/>
          </p:nvSpPr>
          <p:spPr>
            <a:xfrm>
              <a:off x="-2654050" y="3597450"/>
              <a:ext cx="260725" cy="51225"/>
            </a:xfrm>
            <a:custGeom>
              <a:rect b="b" l="l" r="r" t="t"/>
              <a:pathLst>
                <a:path extrusionOk="0" h="2049" w="10429">
                  <a:moveTo>
                    <a:pt x="1513" y="1"/>
                  </a:moveTo>
                  <a:cubicBezTo>
                    <a:pt x="1072" y="1"/>
                    <a:pt x="725" y="253"/>
                    <a:pt x="568" y="631"/>
                  </a:cubicBezTo>
                  <a:lnTo>
                    <a:pt x="1" y="2049"/>
                  </a:lnTo>
                  <a:lnTo>
                    <a:pt x="10429" y="2049"/>
                  </a:lnTo>
                  <a:lnTo>
                    <a:pt x="9830" y="631"/>
                  </a:lnTo>
                  <a:cubicBezTo>
                    <a:pt x="9673" y="253"/>
                    <a:pt x="9263" y="1"/>
                    <a:pt x="8885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4400" lIns="164400" spcFirstLastPara="1" rIns="164400" wrap="square" tIns="164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-2671375" y="3667550"/>
              <a:ext cx="292250" cy="221350"/>
            </a:xfrm>
            <a:custGeom>
              <a:rect b="b" l="l" r="r" t="t"/>
              <a:pathLst>
                <a:path extrusionOk="0" h="8854" w="11690">
                  <a:moveTo>
                    <a:pt x="1733" y="1324"/>
                  </a:moveTo>
                  <a:cubicBezTo>
                    <a:pt x="1922" y="1324"/>
                    <a:pt x="2080" y="1481"/>
                    <a:pt x="2080" y="1702"/>
                  </a:cubicBezTo>
                  <a:cubicBezTo>
                    <a:pt x="2080" y="1891"/>
                    <a:pt x="1922" y="2049"/>
                    <a:pt x="1733" y="2049"/>
                  </a:cubicBezTo>
                  <a:cubicBezTo>
                    <a:pt x="1544" y="2049"/>
                    <a:pt x="1387" y="1891"/>
                    <a:pt x="1387" y="1702"/>
                  </a:cubicBezTo>
                  <a:cubicBezTo>
                    <a:pt x="1387" y="1481"/>
                    <a:pt x="1544" y="1324"/>
                    <a:pt x="1733" y="1324"/>
                  </a:cubicBezTo>
                  <a:close/>
                  <a:moveTo>
                    <a:pt x="10019" y="1387"/>
                  </a:moveTo>
                  <a:cubicBezTo>
                    <a:pt x="10492" y="1387"/>
                    <a:pt x="10492" y="2049"/>
                    <a:pt x="10019" y="2049"/>
                  </a:cubicBezTo>
                  <a:lnTo>
                    <a:pt x="3781" y="2049"/>
                  </a:lnTo>
                  <a:cubicBezTo>
                    <a:pt x="3340" y="2049"/>
                    <a:pt x="3309" y="1387"/>
                    <a:pt x="3781" y="1387"/>
                  </a:cubicBezTo>
                  <a:close/>
                  <a:moveTo>
                    <a:pt x="1733" y="4096"/>
                  </a:moveTo>
                  <a:cubicBezTo>
                    <a:pt x="1922" y="4096"/>
                    <a:pt x="2080" y="4254"/>
                    <a:pt x="2080" y="4443"/>
                  </a:cubicBezTo>
                  <a:cubicBezTo>
                    <a:pt x="2080" y="4632"/>
                    <a:pt x="1922" y="4789"/>
                    <a:pt x="1733" y="4789"/>
                  </a:cubicBezTo>
                  <a:cubicBezTo>
                    <a:pt x="1544" y="4789"/>
                    <a:pt x="1387" y="4632"/>
                    <a:pt x="1387" y="4443"/>
                  </a:cubicBezTo>
                  <a:cubicBezTo>
                    <a:pt x="1387" y="4254"/>
                    <a:pt x="1544" y="4096"/>
                    <a:pt x="1733" y="4096"/>
                  </a:cubicBezTo>
                  <a:close/>
                  <a:moveTo>
                    <a:pt x="10050" y="4127"/>
                  </a:moveTo>
                  <a:cubicBezTo>
                    <a:pt x="10492" y="4127"/>
                    <a:pt x="10481" y="4789"/>
                    <a:pt x="10019" y="4789"/>
                  </a:cubicBezTo>
                  <a:lnTo>
                    <a:pt x="3781" y="4789"/>
                  </a:lnTo>
                  <a:cubicBezTo>
                    <a:pt x="3340" y="4789"/>
                    <a:pt x="3309" y="4128"/>
                    <a:pt x="3781" y="4128"/>
                  </a:cubicBezTo>
                  <a:lnTo>
                    <a:pt x="10019" y="4128"/>
                  </a:lnTo>
                  <a:cubicBezTo>
                    <a:pt x="10030" y="4127"/>
                    <a:pt x="10040" y="4127"/>
                    <a:pt x="10050" y="4127"/>
                  </a:cubicBezTo>
                  <a:close/>
                  <a:moveTo>
                    <a:pt x="1733" y="6806"/>
                  </a:moveTo>
                  <a:cubicBezTo>
                    <a:pt x="1922" y="6806"/>
                    <a:pt x="2080" y="6963"/>
                    <a:pt x="2080" y="7152"/>
                  </a:cubicBezTo>
                  <a:cubicBezTo>
                    <a:pt x="2080" y="7373"/>
                    <a:pt x="1922" y="7499"/>
                    <a:pt x="1733" y="7499"/>
                  </a:cubicBezTo>
                  <a:cubicBezTo>
                    <a:pt x="1544" y="7499"/>
                    <a:pt x="1387" y="7373"/>
                    <a:pt x="1387" y="7152"/>
                  </a:cubicBezTo>
                  <a:cubicBezTo>
                    <a:pt x="1387" y="6963"/>
                    <a:pt x="1544" y="6806"/>
                    <a:pt x="1733" y="6806"/>
                  </a:cubicBezTo>
                  <a:close/>
                  <a:moveTo>
                    <a:pt x="10019" y="6837"/>
                  </a:moveTo>
                  <a:cubicBezTo>
                    <a:pt x="10492" y="6837"/>
                    <a:pt x="10492" y="7499"/>
                    <a:pt x="10019" y="7499"/>
                  </a:cubicBezTo>
                  <a:lnTo>
                    <a:pt x="3781" y="7499"/>
                  </a:lnTo>
                  <a:cubicBezTo>
                    <a:pt x="3340" y="7499"/>
                    <a:pt x="3309" y="6837"/>
                    <a:pt x="3781" y="6837"/>
                  </a:cubicBezTo>
                  <a:close/>
                  <a:moveTo>
                    <a:pt x="379" y="1"/>
                  </a:moveTo>
                  <a:lnTo>
                    <a:pt x="95" y="631"/>
                  </a:lnTo>
                  <a:cubicBezTo>
                    <a:pt x="64" y="757"/>
                    <a:pt x="1" y="883"/>
                    <a:pt x="1" y="1009"/>
                  </a:cubicBezTo>
                  <a:lnTo>
                    <a:pt x="1" y="2395"/>
                  </a:lnTo>
                  <a:cubicBezTo>
                    <a:pt x="1" y="2679"/>
                    <a:pt x="127" y="2899"/>
                    <a:pt x="284" y="3057"/>
                  </a:cubicBezTo>
                  <a:cubicBezTo>
                    <a:pt x="127" y="3246"/>
                    <a:pt x="1" y="3498"/>
                    <a:pt x="1" y="3718"/>
                  </a:cubicBezTo>
                  <a:lnTo>
                    <a:pt x="1" y="5104"/>
                  </a:lnTo>
                  <a:cubicBezTo>
                    <a:pt x="1" y="5388"/>
                    <a:pt x="127" y="5609"/>
                    <a:pt x="284" y="5766"/>
                  </a:cubicBezTo>
                  <a:cubicBezTo>
                    <a:pt x="127" y="5987"/>
                    <a:pt x="1" y="6207"/>
                    <a:pt x="1" y="6459"/>
                  </a:cubicBezTo>
                  <a:lnTo>
                    <a:pt x="1" y="7814"/>
                  </a:lnTo>
                  <a:cubicBezTo>
                    <a:pt x="1" y="8381"/>
                    <a:pt x="473" y="8854"/>
                    <a:pt x="1040" y="8854"/>
                  </a:cubicBezTo>
                  <a:lnTo>
                    <a:pt x="10649" y="8854"/>
                  </a:lnTo>
                  <a:cubicBezTo>
                    <a:pt x="11185" y="8854"/>
                    <a:pt x="11658" y="8381"/>
                    <a:pt x="11658" y="7814"/>
                  </a:cubicBezTo>
                  <a:lnTo>
                    <a:pt x="11658" y="6459"/>
                  </a:lnTo>
                  <a:cubicBezTo>
                    <a:pt x="11658" y="6176"/>
                    <a:pt x="11563" y="5924"/>
                    <a:pt x="11405" y="5766"/>
                  </a:cubicBezTo>
                  <a:cubicBezTo>
                    <a:pt x="11563" y="5577"/>
                    <a:pt x="11658" y="5357"/>
                    <a:pt x="11658" y="5104"/>
                  </a:cubicBezTo>
                  <a:lnTo>
                    <a:pt x="11658" y="3718"/>
                  </a:lnTo>
                  <a:cubicBezTo>
                    <a:pt x="11658" y="3466"/>
                    <a:pt x="11563" y="3214"/>
                    <a:pt x="11405" y="3057"/>
                  </a:cubicBezTo>
                  <a:cubicBezTo>
                    <a:pt x="11563" y="2868"/>
                    <a:pt x="11658" y="2616"/>
                    <a:pt x="11658" y="2395"/>
                  </a:cubicBezTo>
                  <a:lnTo>
                    <a:pt x="11658" y="1009"/>
                  </a:lnTo>
                  <a:lnTo>
                    <a:pt x="11689" y="1009"/>
                  </a:lnTo>
                  <a:cubicBezTo>
                    <a:pt x="11689" y="883"/>
                    <a:pt x="11658" y="757"/>
                    <a:pt x="11626" y="631"/>
                  </a:cubicBezTo>
                  <a:lnTo>
                    <a:pt x="11342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4400" lIns="164400" spcFirstLastPara="1" rIns="164400" wrap="square" tIns="164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33"/>
          <p:cNvGrpSpPr/>
          <p:nvPr/>
        </p:nvGrpSpPr>
        <p:grpSpPr>
          <a:xfrm>
            <a:off x="7218411" y="2686423"/>
            <a:ext cx="756649" cy="715924"/>
            <a:chOff x="-1592325" y="3957400"/>
            <a:chExt cx="293025" cy="277275"/>
          </a:xfrm>
        </p:grpSpPr>
        <p:sp>
          <p:nvSpPr>
            <p:cNvPr id="395" name="Google Shape;395;p33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3950" lIns="163950" spcFirstLastPara="1" rIns="163950" wrap="square" tIns="16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3950" lIns="163950" spcFirstLastPara="1" rIns="163950" wrap="square" tIns="16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3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3950" lIns="163950" spcFirstLastPara="1" rIns="163950" wrap="square" tIns="16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3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3950" lIns="163950" spcFirstLastPara="1" rIns="163950" wrap="square" tIns="163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33"/>
          <p:cNvGrpSpPr/>
          <p:nvPr/>
        </p:nvGrpSpPr>
        <p:grpSpPr>
          <a:xfrm>
            <a:off x="5577803" y="3013665"/>
            <a:ext cx="765653" cy="767559"/>
            <a:chOff x="-3771675" y="3971775"/>
            <a:chExt cx="291300" cy="292025"/>
          </a:xfrm>
        </p:grpSpPr>
        <p:sp>
          <p:nvSpPr>
            <p:cNvPr id="400" name="Google Shape;400;p33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3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3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"/>
          <p:cNvSpPr txBox="1"/>
          <p:nvPr>
            <p:ph type="title"/>
          </p:nvPr>
        </p:nvSpPr>
        <p:spPr>
          <a:xfrm>
            <a:off x="837250" y="450400"/>
            <a:ext cx="48462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Interfaccia client</a:t>
            </a:r>
            <a:endParaRPr/>
          </a:p>
        </p:txBody>
      </p:sp>
      <p:sp>
        <p:nvSpPr>
          <p:cNvPr id="410" name="Google Shape;410;p34"/>
          <p:cNvSpPr txBox="1"/>
          <p:nvPr>
            <p:ph idx="1" type="body"/>
          </p:nvPr>
        </p:nvSpPr>
        <p:spPr>
          <a:xfrm>
            <a:off x="837250" y="1222425"/>
            <a:ext cx="7370400" cy="29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Pagine usufruite in HTML/CSS, generate lato server attraverso JSP.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Non viene utilizzato Javascript per portare a termine le richieste, esse vengono delegate dalle pagine JSP alle </a:t>
            </a:r>
            <a:r>
              <a:rPr lang="en" sz="1600"/>
              <a:t>J</a:t>
            </a:r>
            <a:r>
              <a:rPr lang="en" sz="1600"/>
              <a:t>ava Servlet, alle quali è assegnata la logica applicativa.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</a:t>
            </a:r>
            <a:r>
              <a:rPr lang="en" sz="1600"/>
              <a:t>onsultabile agevolmente da qualsiasi dispositivo poiché altamente responsivo, a garanzia di una migliore usabilità.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Sono ricalcati in maniera ragionevolmente fedele i mockup forniti dal committente.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"/>
          <p:cNvSpPr txBox="1"/>
          <p:nvPr>
            <p:ph idx="1" type="body"/>
          </p:nvPr>
        </p:nvSpPr>
        <p:spPr>
          <a:xfrm>
            <a:off x="837250" y="1149475"/>
            <a:ext cx="7720800" cy="32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La scelta implementativa nel prototipo prevede una struttura a tre strati del codice, semplice e con scopo di presentazione delle funzionalità.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La suddivisione è così configurata: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Classi </a:t>
            </a:r>
            <a:r>
              <a:rPr lang="en" sz="1600"/>
              <a:t>che modellano il dominio </a:t>
            </a:r>
            <a:r>
              <a:rPr lang="en" sz="1600"/>
              <a:t>(ad esempio: Associazione)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Pagine JSP di interazione con l’utente e richiesta alle opportune Servlet (ad esempio: login.jsp)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Java Servlet interrogano le classi del dominio e gestiscono la persistenza (ad esempio: AssociazioneServlet)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Ciascuna Servlet rispetta le scelte progettuali di ereditarietà da una servlet generale che gestisce la persistenza.</a:t>
            </a:r>
            <a:endParaRPr sz="1600"/>
          </a:p>
        </p:txBody>
      </p:sp>
      <p:sp>
        <p:nvSpPr>
          <p:cNvPr id="416" name="Google Shape;416;p35"/>
          <p:cNvSpPr txBox="1"/>
          <p:nvPr>
            <p:ph type="title"/>
          </p:nvPr>
        </p:nvSpPr>
        <p:spPr>
          <a:xfrm>
            <a:off x="837250" y="450400"/>
            <a:ext cx="54591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Architettura del software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/>
          <p:nvPr>
            <p:ph type="title"/>
          </p:nvPr>
        </p:nvSpPr>
        <p:spPr>
          <a:xfrm>
            <a:off x="837250" y="450400"/>
            <a:ext cx="48462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implementati: Decorator</a:t>
            </a:r>
            <a:endParaRPr/>
          </a:p>
        </p:txBody>
      </p:sp>
      <p:sp>
        <p:nvSpPr>
          <p:cNvPr id="422" name="Google Shape;422;p36"/>
          <p:cNvSpPr txBox="1"/>
          <p:nvPr>
            <p:ph idx="1" type="body"/>
          </p:nvPr>
        </p:nvSpPr>
        <p:spPr>
          <a:xfrm>
            <a:off x="837250" y="1539350"/>
            <a:ext cx="4475100" cy="29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È stato implementato, come da scelte progettuali, il pattern Decorator per modellare le associazioni con le varie tipologie.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Vengono introdotte all’interno del prototipo, infatti, classi quali Associazione (astratta), AssociazioneConcreta, DecoratoreAssociazione (astratta),  AssociazioneDanza ed AssociazioneStrumento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L’applicazione del pattern incrementa la scalabilità del progetto, consentendo l’eventuale introduzione di nuove tipologie di associazioni senza modificare il codice già presente (rispettato OCP)</a:t>
            </a:r>
            <a:endParaRPr/>
          </a:p>
        </p:txBody>
      </p:sp>
      <p:pic>
        <p:nvPicPr>
          <p:cNvPr id="423" name="Google Shape;423;p36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-530364">
            <a:off x="5727456" y="499544"/>
            <a:ext cx="2384268" cy="71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424" name="Google Shape;424;p36"/>
          <p:cNvSpPr txBox="1"/>
          <p:nvPr/>
        </p:nvSpPr>
        <p:spPr>
          <a:xfrm rot="-510355">
            <a:off x="6269549" y="614368"/>
            <a:ext cx="1300100" cy="207262"/>
          </a:xfrm>
          <a:prstGeom prst="rect">
            <a:avLst/>
          </a:prstGeom>
          <a:noFill/>
          <a:ln>
            <a:noFill/>
          </a:ln>
        </p:spPr>
        <p:txBody>
          <a:bodyPr anchorCtr="0" anchor="t" bIns="83125" lIns="83125" spcFirstLastPara="1" rIns="83125" wrap="square" tIns="8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1">
                <a:solidFill>
                  <a:srgbClr val="47130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Decorator</a:t>
            </a:r>
            <a:endParaRPr sz="1291">
              <a:solidFill>
                <a:srgbClr val="47130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25" name="Google Shape;425;p36"/>
          <p:cNvPicPr preferRelativeResize="0"/>
          <p:nvPr/>
        </p:nvPicPr>
        <p:blipFill rotWithShape="1">
          <a:blip r:embed="rId4">
            <a:alphaModFix/>
          </a:blip>
          <a:srcRect b="0" l="0" r="30357" t="0"/>
          <a:stretch/>
        </p:blipFill>
        <p:spPr>
          <a:xfrm rot="-507115">
            <a:off x="5287243" y="998311"/>
            <a:ext cx="3847611" cy="3401676"/>
          </a:xfrm>
          <a:prstGeom prst="rect">
            <a:avLst/>
          </a:prstGeom>
          <a:noFill/>
          <a:ln>
            <a:noFill/>
          </a:ln>
          <a:effectLst>
            <a:outerShdw blurRad="51955" rotWithShape="0" algn="bl" dir="5400000" dist="17318">
              <a:schemeClr val="dk1">
                <a:alpha val="50000"/>
              </a:schemeClr>
            </a:outerShdw>
          </a:effectLst>
        </p:spPr>
      </p:pic>
      <p:pic>
        <p:nvPicPr>
          <p:cNvPr id="426" name="Google Shape;426;p36"/>
          <p:cNvPicPr preferRelativeResize="0"/>
          <p:nvPr/>
        </p:nvPicPr>
        <p:blipFill rotWithShape="1">
          <a:blip r:embed="rId5">
            <a:alphaModFix/>
          </a:blip>
          <a:srcRect b="3667" l="2968" r="2799" t="2055"/>
          <a:stretch/>
        </p:blipFill>
        <p:spPr>
          <a:xfrm>
            <a:off x="5479100" y="1395475"/>
            <a:ext cx="3385225" cy="22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"/>
          <p:cNvSpPr txBox="1"/>
          <p:nvPr>
            <p:ph type="title"/>
          </p:nvPr>
        </p:nvSpPr>
        <p:spPr>
          <a:xfrm>
            <a:off x="837250" y="450400"/>
            <a:ext cx="48462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implementati: Decorator</a:t>
            </a:r>
            <a:endParaRPr/>
          </a:p>
        </p:txBody>
      </p:sp>
      <p:sp>
        <p:nvSpPr>
          <p:cNvPr id="432" name="Google Shape;432;p37"/>
          <p:cNvSpPr txBox="1"/>
          <p:nvPr>
            <p:ph idx="1" type="body"/>
          </p:nvPr>
        </p:nvSpPr>
        <p:spPr>
          <a:xfrm>
            <a:off x="837250" y="1539350"/>
            <a:ext cx="4475100" cy="29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È stato implementato, come da scelte progettuali, il pattern Decorator per modellare le iscrizioni alle associazioni, con i possibili ruoli assumibili da ogni iscritto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Vengono introdotte all’interno del prototipo, infatti, classi quali Iscrizione (astratta), IscrizioneConcreta,</a:t>
            </a:r>
            <a:r>
              <a:rPr lang="en"/>
              <a:t> DecoratoreIscrizione (astratta)</a:t>
            </a:r>
            <a:r>
              <a:rPr lang="en"/>
              <a:t>,  Presidente ed Insegnante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L’applicazione del pattern incrementa la scalabilità del progetto, consentendo l’eventuale introduzione di nuovi ruoli assumibili dagli iscritti senza modificare il codice già presente (rispettato OCP).</a:t>
            </a:r>
            <a:endParaRPr/>
          </a:p>
        </p:txBody>
      </p:sp>
      <p:pic>
        <p:nvPicPr>
          <p:cNvPr id="433" name="Google Shape;433;p37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-530364">
            <a:off x="5727456" y="499544"/>
            <a:ext cx="2384268" cy="71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434" name="Google Shape;434;p37"/>
          <p:cNvSpPr txBox="1"/>
          <p:nvPr/>
        </p:nvSpPr>
        <p:spPr>
          <a:xfrm rot="-510355">
            <a:off x="6269549" y="614368"/>
            <a:ext cx="1300100" cy="207262"/>
          </a:xfrm>
          <a:prstGeom prst="rect">
            <a:avLst/>
          </a:prstGeom>
          <a:noFill/>
          <a:ln>
            <a:noFill/>
          </a:ln>
        </p:spPr>
        <p:txBody>
          <a:bodyPr anchorCtr="0" anchor="t" bIns="83125" lIns="83125" spcFirstLastPara="1" rIns="83125" wrap="square" tIns="8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1">
                <a:solidFill>
                  <a:srgbClr val="47130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Decorator</a:t>
            </a:r>
            <a:endParaRPr sz="1291">
              <a:solidFill>
                <a:srgbClr val="47130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35" name="Google Shape;435;p37"/>
          <p:cNvPicPr preferRelativeResize="0"/>
          <p:nvPr/>
        </p:nvPicPr>
        <p:blipFill rotWithShape="1">
          <a:blip r:embed="rId4">
            <a:alphaModFix/>
          </a:blip>
          <a:srcRect b="0" l="0" r="30357" t="0"/>
          <a:stretch/>
        </p:blipFill>
        <p:spPr>
          <a:xfrm rot="-507115">
            <a:off x="5287243" y="998311"/>
            <a:ext cx="3847611" cy="3401676"/>
          </a:xfrm>
          <a:prstGeom prst="rect">
            <a:avLst/>
          </a:prstGeom>
          <a:noFill/>
          <a:ln>
            <a:noFill/>
          </a:ln>
          <a:effectLst>
            <a:outerShdw blurRad="51955" rotWithShape="0" algn="bl" dir="5400000" dist="17318">
              <a:schemeClr val="dk1">
                <a:alpha val="50000"/>
              </a:schemeClr>
            </a:outerShdw>
          </a:effectLst>
        </p:spPr>
      </p:pic>
      <p:pic>
        <p:nvPicPr>
          <p:cNvPr id="436" name="Google Shape;436;p37"/>
          <p:cNvPicPr preferRelativeResize="0"/>
          <p:nvPr/>
        </p:nvPicPr>
        <p:blipFill rotWithShape="1">
          <a:blip r:embed="rId5">
            <a:alphaModFix/>
          </a:blip>
          <a:srcRect b="3040" l="2919" r="3210" t="4291"/>
          <a:stretch/>
        </p:blipFill>
        <p:spPr>
          <a:xfrm>
            <a:off x="5368838" y="1480762"/>
            <a:ext cx="3684425" cy="24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 txBox="1"/>
          <p:nvPr>
            <p:ph type="title"/>
          </p:nvPr>
        </p:nvSpPr>
        <p:spPr>
          <a:xfrm>
            <a:off x="837250" y="450400"/>
            <a:ext cx="48462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implementati: Singleton</a:t>
            </a:r>
            <a:endParaRPr/>
          </a:p>
        </p:txBody>
      </p:sp>
      <p:sp>
        <p:nvSpPr>
          <p:cNvPr id="442" name="Google Shape;442;p38"/>
          <p:cNvSpPr txBox="1"/>
          <p:nvPr>
            <p:ph idx="1" type="body"/>
          </p:nvPr>
        </p:nvSpPr>
        <p:spPr>
          <a:xfrm>
            <a:off x="837250" y="1539350"/>
            <a:ext cx="4475100" cy="29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È stato implementato, come da scelte progettuali, il pattern Singleton, utilizzato per modellare l’insieme di tutte le associazioni registrate nel sistema ed interrogato per accedervi.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Viene introdotta, nel prototipo, la classe Associazioni, la quale, come da specifiche del pattern, gestisce l’accesso e l’ottenimento dell’unica istanza condivisa alla quale vengono, poi, richieste le associazioni.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L’applicazione del pattern garantisce pulizia e semplicità, fornendo un punto di accesso comune all’insieme delle associazioni.</a:t>
            </a:r>
            <a:endParaRPr/>
          </a:p>
        </p:txBody>
      </p:sp>
      <p:pic>
        <p:nvPicPr>
          <p:cNvPr id="443" name="Google Shape;443;p38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-530364">
            <a:off x="5727456" y="499544"/>
            <a:ext cx="2384268" cy="71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444" name="Google Shape;444;p38"/>
          <p:cNvSpPr txBox="1"/>
          <p:nvPr/>
        </p:nvSpPr>
        <p:spPr>
          <a:xfrm rot="-510355">
            <a:off x="6269549" y="614368"/>
            <a:ext cx="1300100" cy="207262"/>
          </a:xfrm>
          <a:prstGeom prst="rect">
            <a:avLst/>
          </a:prstGeom>
          <a:noFill/>
          <a:ln>
            <a:noFill/>
          </a:ln>
        </p:spPr>
        <p:txBody>
          <a:bodyPr anchorCtr="0" anchor="t" bIns="83125" lIns="83125" spcFirstLastPara="1" rIns="83125" wrap="square" tIns="8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1">
                <a:solidFill>
                  <a:srgbClr val="47130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Singleton</a:t>
            </a:r>
            <a:endParaRPr sz="1291">
              <a:solidFill>
                <a:srgbClr val="47130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45" name="Google Shape;445;p38"/>
          <p:cNvPicPr preferRelativeResize="0"/>
          <p:nvPr/>
        </p:nvPicPr>
        <p:blipFill rotWithShape="1">
          <a:blip r:embed="rId4">
            <a:alphaModFix/>
          </a:blip>
          <a:srcRect b="0" l="0" r="30357" t="0"/>
          <a:stretch/>
        </p:blipFill>
        <p:spPr>
          <a:xfrm rot="-507115">
            <a:off x="5287243" y="998311"/>
            <a:ext cx="3847611" cy="3401676"/>
          </a:xfrm>
          <a:prstGeom prst="rect">
            <a:avLst/>
          </a:prstGeom>
          <a:noFill/>
          <a:ln>
            <a:noFill/>
          </a:ln>
          <a:effectLst>
            <a:outerShdw blurRad="51955" rotWithShape="0" algn="bl" dir="5400000" dist="17318">
              <a:schemeClr val="dk1">
                <a:alpha val="50000"/>
              </a:schemeClr>
            </a:outerShdw>
          </a:effectLst>
        </p:spPr>
      </p:pic>
      <p:pic>
        <p:nvPicPr>
          <p:cNvPr id="446" name="Google Shape;44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2875" y="1854449"/>
            <a:ext cx="3152475" cy="16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9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-530364">
            <a:off x="4906694" y="353644"/>
            <a:ext cx="2384268" cy="71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452" name="Google Shape;452;p39"/>
          <p:cNvSpPr txBox="1"/>
          <p:nvPr/>
        </p:nvSpPr>
        <p:spPr>
          <a:xfrm rot="-510241">
            <a:off x="5450297" y="375830"/>
            <a:ext cx="1430225" cy="227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130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Funzionalità</a:t>
            </a:r>
            <a:endParaRPr sz="1200">
              <a:solidFill>
                <a:srgbClr val="47130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3" name="Google Shape;453;p39"/>
          <p:cNvSpPr/>
          <p:nvPr/>
        </p:nvSpPr>
        <p:spPr>
          <a:xfrm rot="-1627224">
            <a:off x="725793" y="866043"/>
            <a:ext cx="1148591" cy="1090546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454" name="Google Shape;4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5" y="3781224"/>
            <a:ext cx="3047552" cy="914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455" name="Google Shape;455;p39"/>
          <p:cNvPicPr preferRelativeResize="0"/>
          <p:nvPr/>
        </p:nvPicPr>
        <p:blipFill rotWithShape="1">
          <a:blip r:embed="rId5">
            <a:alphaModFix/>
          </a:blip>
          <a:srcRect b="0" l="0" r="30357" t="0"/>
          <a:stretch/>
        </p:blipFill>
        <p:spPr>
          <a:xfrm rot="-507115">
            <a:off x="4512305" y="675246"/>
            <a:ext cx="4079091" cy="36063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456" name="Google Shape;456;p39"/>
          <p:cNvSpPr txBox="1"/>
          <p:nvPr>
            <p:ph idx="1" type="subTitle"/>
          </p:nvPr>
        </p:nvSpPr>
        <p:spPr>
          <a:xfrm>
            <a:off x="880850" y="3829850"/>
            <a:ext cx="2679000" cy="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Deployment dell’applicazione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7" name="Google Shape;457;p39"/>
          <p:cNvSpPr txBox="1"/>
          <p:nvPr>
            <p:ph type="title"/>
          </p:nvPr>
        </p:nvSpPr>
        <p:spPr>
          <a:xfrm>
            <a:off x="768375" y="1969250"/>
            <a:ext cx="3934500" cy="14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Deployment</a:t>
            </a:r>
            <a:endParaRPr sz="4600">
              <a:solidFill>
                <a:schemeClr val="lt2"/>
              </a:solidFill>
            </a:endParaRPr>
          </a:p>
        </p:txBody>
      </p:sp>
      <p:sp>
        <p:nvSpPr>
          <p:cNvPr id="458" name="Google Shape;458;p39"/>
          <p:cNvSpPr txBox="1"/>
          <p:nvPr>
            <p:ph idx="2" type="title"/>
          </p:nvPr>
        </p:nvSpPr>
        <p:spPr>
          <a:xfrm>
            <a:off x="831475" y="836975"/>
            <a:ext cx="1380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9" name="Google Shape;459;p39"/>
          <p:cNvSpPr/>
          <p:nvPr/>
        </p:nvSpPr>
        <p:spPr>
          <a:xfrm rot="1898856">
            <a:off x="7402575" y="427466"/>
            <a:ext cx="1294932" cy="41695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9"/>
          <p:cNvSpPr/>
          <p:nvPr/>
        </p:nvSpPr>
        <p:spPr>
          <a:xfrm rot="-2700000">
            <a:off x="4640652" y="3558322"/>
            <a:ext cx="439006" cy="1543485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1" name="Google Shape;461;p39"/>
          <p:cNvGrpSpPr/>
          <p:nvPr/>
        </p:nvGrpSpPr>
        <p:grpSpPr>
          <a:xfrm>
            <a:off x="5577803" y="3013665"/>
            <a:ext cx="765653" cy="767559"/>
            <a:chOff x="-3771675" y="3971775"/>
            <a:chExt cx="291300" cy="292025"/>
          </a:xfrm>
        </p:grpSpPr>
        <p:sp>
          <p:nvSpPr>
            <p:cNvPr id="462" name="Google Shape;462;p39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39"/>
          <p:cNvGrpSpPr/>
          <p:nvPr/>
        </p:nvGrpSpPr>
        <p:grpSpPr>
          <a:xfrm>
            <a:off x="7076509" y="2730817"/>
            <a:ext cx="765649" cy="765613"/>
            <a:chOff x="-4478975" y="3251700"/>
            <a:chExt cx="293825" cy="293800"/>
          </a:xfrm>
        </p:grpSpPr>
        <p:sp>
          <p:nvSpPr>
            <p:cNvPr id="468" name="Google Shape;468;p39"/>
            <p:cNvSpPr/>
            <p:nvPr/>
          </p:nvSpPr>
          <p:spPr>
            <a:xfrm>
              <a:off x="-4375000" y="3365100"/>
              <a:ext cx="85075" cy="110900"/>
            </a:xfrm>
            <a:custGeom>
              <a:rect b="b" l="l" r="r" t="t"/>
              <a:pathLst>
                <a:path extrusionOk="0" h="4436" w="3403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5450" lIns="165450" spcFirstLastPara="1" rIns="165450" wrap="square" tIns="16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-4408875" y="3321800"/>
              <a:ext cx="154400" cy="148875"/>
            </a:xfrm>
            <a:custGeom>
              <a:rect b="b" l="l" r="r" t="t"/>
              <a:pathLst>
                <a:path extrusionOk="0" h="5955" w="6176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5450" lIns="165450" spcFirstLastPara="1" rIns="165450" wrap="square" tIns="16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-4478975" y="3251700"/>
              <a:ext cx="293825" cy="293800"/>
            </a:xfrm>
            <a:custGeom>
              <a:rect b="b" l="l" r="r" t="t"/>
              <a:pathLst>
                <a:path extrusionOk="0" h="11752" w="11753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5450" lIns="165450" spcFirstLastPara="1" rIns="165450" wrap="square" tIns="16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1" name="Google Shape;471;p39"/>
          <p:cNvGrpSpPr/>
          <p:nvPr/>
        </p:nvGrpSpPr>
        <p:grpSpPr>
          <a:xfrm>
            <a:off x="6787324" y="1080121"/>
            <a:ext cx="683808" cy="520489"/>
            <a:chOff x="-47523400" y="3973950"/>
            <a:chExt cx="300100" cy="228425"/>
          </a:xfrm>
        </p:grpSpPr>
        <p:sp>
          <p:nvSpPr>
            <p:cNvPr id="472" name="Google Shape;472;p39"/>
            <p:cNvSpPr/>
            <p:nvPr/>
          </p:nvSpPr>
          <p:spPr>
            <a:xfrm>
              <a:off x="-47417075" y="4061375"/>
              <a:ext cx="15775" cy="15775"/>
            </a:xfrm>
            <a:custGeom>
              <a:rect b="b" l="l" r="r" t="t"/>
              <a:pathLst>
                <a:path extrusionOk="0" h="631" w="631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5975" lIns="175975" spcFirstLastPara="1" rIns="175975" wrap="square" tIns="175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-47417875" y="4061375"/>
              <a:ext cx="52800" cy="52775"/>
            </a:xfrm>
            <a:custGeom>
              <a:rect b="b" l="l" r="r" t="t"/>
              <a:pathLst>
                <a:path extrusionOk="0" h="2111" w="2112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5975" lIns="175975" spcFirstLastPara="1" rIns="175975" wrap="square" tIns="175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-47453300" y="4026700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5975" lIns="175975" spcFirstLastPara="1" rIns="175975" wrap="square" tIns="175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-47506875" y="3973950"/>
              <a:ext cx="264675" cy="174875"/>
            </a:xfrm>
            <a:custGeom>
              <a:rect b="b" l="l" r="r" t="t"/>
              <a:pathLst>
                <a:path extrusionOk="0" h="6995" w="10587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5975" lIns="175975" spcFirstLastPara="1" rIns="175975" wrap="square" tIns="175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-47523400" y="4166900"/>
              <a:ext cx="300100" cy="35475"/>
            </a:xfrm>
            <a:custGeom>
              <a:rect b="b" l="l" r="r" t="t"/>
              <a:pathLst>
                <a:path extrusionOk="0" h="1419" w="12004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75975" lIns="175975" spcFirstLastPara="1" rIns="175975" wrap="square" tIns="175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39"/>
          <p:cNvGrpSpPr/>
          <p:nvPr/>
        </p:nvGrpSpPr>
        <p:grpSpPr>
          <a:xfrm>
            <a:off x="5577807" y="1600590"/>
            <a:ext cx="765640" cy="751670"/>
            <a:chOff x="5716825" y="3235950"/>
            <a:chExt cx="300900" cy="295375"/>
          </a:xfrm>
        </p:grpSpPr>
        <p:sp>
          <p:nvSpPr>
            <p:cNvPr id="478" name="Google Shape;478;p39"/>
            <p:cNvSpPr/>
            <p:nvPr/>
          </p:nvSpPr>
          <p:spPr>
            <a:xfrm>
              <a:off x="5716825" y="3309975"/>
              <a:ext cx="137075" cy="146525"/>
            </a:xfrm>
            <a:custGeom>
              <a:rect b="b" l="l" r="r" t="t"/>
              <a:pathLst>
                <a:path extrusionOk="0" h="5861" w="5483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96825" lIns="196825" spcFirstLastPara="1" rIns="196825" wrap="square" tIns="19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5794025" y="3235950"/>
              <a:ext cx="145725" cy="133900"/>
            </a:xfrm>
            <a:custGeom>
              <a:rect b="b" l="l" r="r" t="t"/>
              <a:pathLst>
                <a:path extrusionOk="0" h="5356" w="5829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96825" lIns="196825" spcFirstLastPara="1" rIns="196825" wrap="square" tIns="19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5880650" y="3309975"/>
              <a:ext cx="137075" cy="145725"/>
            </a:xfrm>
            <a:custGeom>
              <a:rect b="b" l="l" r="r" t="t"/>
              <a:pathLst>
                <a:path extrusionOk="0" h="5829" w="5483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96825" lIns="196825" spcFirstLastPara="1" rIns="196825" wrap="square" tIns="19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5794025" y="3396625"/>
              <a:ext cx="147300" cy="134700"/>
            </a:xfrm>
            <a:custGeom>
              <a:rect b="b" l="l" r="r" t="t"/>
              <a:pathLst>
                <a:path extrusionOk="0" h="5388" w="5892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96825" lIns="196825" spcFirstLastPara="1" rIns="196825" wrap="square" tIns="19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0"/>
          <p:cNvSpPr txBox="1"/>
          <p:nvPr>
            <p:ph type="title"/>
          </p:nvPr>
        </p:nvSpPr>
        <p:spPr>
          <a:xfrm>
            <a:off x="832325" y="339400"/>
            <a:ext cx="2845800" cy="7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Deployment</a:t>
            </a:r>
            <a:endParaRPr sz="3200"/>
          </a:p>
        </p:txBody>
      </p:sp>
      <p:sp>
        <p:nvSpPr>
          <p:cNvPr id="487" name="Google Shape;487;p40"/>
          <p:cNvSpPr txBox="1"/>
          <p:nvPr>
            <p:ph idx="1" type="subTitle"/>
          </p:nvPr>
        </p:nvSpPr>
        <p:spPr>
          <a:xfrm>
            <a:off x="726450" y="1121292"/>
            <a:ext cx="76911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Architettura basata su standard Java: Utilizzo di pacchetti .war (Web Application Archive).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Portabilità: Grazie alla natura multipiattaforma del linguaggio Java, l'applicazione è facilmente distribuibile su qualsiasi application server compatibile (es. Apache Tomcat).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Modularità: La scelta di separare i componenti (Server, Log, DB) in pacchetti distinti permette una gestione semplificata e un aggiornamento indipendente delle parti del sistema.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Affidabilità: Il processo garantisce una distribuzione uniforme della logica applicativa lato server.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1"/>
          <p:cNvSpPr txBox="1"/>
          <p:nvPr>
            <p:ph type="title"/>
          </p:nvPr>
        </p:nvSpPr>
        <p:spPr>
          <a:xfrm>
            <a:off x="832325" y="339400"/>
            <a:ext cx="2845800" cy="7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Deployment</a:t>
            </a:r>
            <a:endParaRPr sz="3200"/>
          </a:p>
        </p:txBody>
      </p:sp>
      <p:sp>
        <p:nvSpPr>
          <p:cNvPr id="493" name="Google Shape;493;p41"/>
          <p:cNvSpPr txBox="1"/>
          <p:nvPr>
            <p:ph idx="1" type="subTitle"/>
          </p:nvPr>
        </p:nvSpPr>
        <p:spPr>
          <a:xfrm>
            <a:off x="726450" y="1121300"/>
            <a:ext cx="3845400" cy="28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Il diagramma illustra la scomposizione logica del sistema in nodi di esecuzione.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Vien</a:t>
            </a:r>
            <a:r>
              <a:rPr lang="en"/>
              <a:t>e</a:t>
            </a:r>
            <a:r>
              <a:rPr lang="en"/>
              <a:t> mostrata la relazione di dipendenza tra i client, i server (Associazioni e Log) e il database (DBMS), evidenziando come ogni entità venga distribuita tramite il proprio pacchetto .war.</a:t>
            </a:r>
            <a:endParaRPr/>
          </a:p>
        </p:txBody>
      </p:sp>
      <p:pic>
        <p:nvPicPr>
          <p:cNvPr id="494" name="Google Shape;494;p41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328924">
            <a:off x="5661664" y="480557"/>
            <a:ext cx="2676092" cy="804766"/>
          </a:xfrm>
          <a:prstGeom prst="rect">
            <a:avLst/>
          </a:prstGeom>
          <a:noFill/>
          <a:ln>
            <a:noFill/>
          </a:ln>
          <a:effectLst>
            <a:outerShdw blurRad="68993" rotWithShape="0" algn="bl" dir="5400000" dist="22998">
              <a:schemeClr val="dk1">
                <a:alpha val="50000"/>
              </a:schemeClr>
            </a:outerShdw>
          </a:effectLst>
        </p:spPr>
      </p:pic>
      <p:sp>
        <p:nvSpPr>
          <p:cNvPr id="495" name="Google Shape;495;p41"/>
          <p:cNvSpPr txBox="1"/>
          <p:nvPr/>
        </p:nvSpPr>
        <p:spPr>
          <a:xfrm rot="348772">
            <a:off x="6264562" y="541067"/>
            <a:ext cx="1605455" cy="256003"/>
          </a:xfrm>
          <a:prstGeom prst="rect">
            <a:avLst/>
          </a:prstGeom>
          <a:noFill/>
          <a:ln>
            <a:noFill/>
          </a:ln>
        </p:spPr>
        <p:txBody>
          <a:bodyPr anchorCtr="0" anchor="t" bIns="110375" lIns="110375" spcFirstLastPara="1" rIns="110375" wrap="square" tIns="110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solidFill>
                  <a:srgbClr val="47130F"/>
                </a:solidFill>
                <a:latin typeface="Tajawal"/>
                <a:ea typeface="Tajawal"/>
                <a:cs typeface="Tajawal"/>
                <a:sym typeface="Tajawal"/>
              </a:rPr>
              <a:t>Deployment</a:t>
            </a:r>
            <a:endParaRPr sz="1449">
              <a:solidFill>
                <a:srgbClr val="47130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496" name="Google Shape;496;p41"/>
          <p:cNvPicPr preferRelativeResize="0"/>
          <p:nvPr/>
        </p:nvPicPr>
        <p:blipFill rotWithShape="1">
          <a:blip r:embed="rId4">
            <a:alphaModFix/>
          </a:blip>
          <a:srcRect b="0" l="0" r="30357" t="0"/>
          <a:stretch/>
        </p:blipFill>
        <p:spPr>
          <a:xfrm rot="397830">
            <a:off x="4821543" y="924542"/>
            <a:ext cx="3991590" cy="3529017"/>
          </a:xfrm>
          <a:prstGeom prst="rect">
            <a:avLst/>
          </a:prstGeom>
          <a:noFill/>
          <a:ln>
            <a:noFill/>
          </a:ln>
          <a:effectLst>
            <a:outerShdw blurRad="68993" rotWithShape="0" algn="bl" dir="5400000" dist="22998">
              <a:schemeClr val="dk1">
                <a:alpha val="50000"/>
              </a:schemeClr>
            </a:outerShdw>
          </a:effectLst>
        </p:spPr>
      </p:pic>
      <p:sp>
        <p:nvSpPr>
          <p:cNvPr id="497" name="Google Shape;497;p41"/>
          <p:cNvSpPr/>
          <p:nvPr/>
        </p:nvSpPr>
        <p:spPr>
          <a:xfrm>
            <a:off x="4790631" y="329400"/>
            <a:ext cx="1119867" cy="1012802"/>
          </a:xfrm>
          <a:custGeom>
            <a:rect b="b" l="l" r="r" t="t"/>
            <a:pathLst>
              <a:path extrusionOk="0" h="77210" w="85372">
                <a:moveTo>
                  <a:pt x="59279" y="0"/>
                </a:moveTo>
                <a:lnTo>
                  <a:pt x="44292" y="13114"/>
                </a:lnTo>
                <a:lnTo>
                  <a:pt x="29439" y="26227"/>
                </a:lnTo>
                <a:lnTo>
                  <a:pt x="14585" y="39475"/>
                </a:lnTo>
                <a:lnTo>
                  <a:pt x="7360" y="46165"/>
                </a:lnTo>
                <a:lnTo>
                  <a:pt x="0" y="52856"/>
                </a:lnTo>
                <a:lnTo>
                  <a:pt x="535" y="54462"/>
                </a:lnTo>
                <a:lnTo>
                  <a:pt x="937" y="56067"/>
                </a:lnTo>
                <a:lnTo>
                  <a:pt x="1472" y="57673"/>
                </a:lnTo>
                <a:lnTo>
                  <a:pt x="1740" y="58342"/>
                </a:lnTo>
                <a:lnTo>
                  <a:pt x="2275" y="59011"/>
                </a:lnTo>
                <a:lnTo>
                  <a:pt x="3078" y="59948"/>
                </a:lnTo>
                <a:lnTo>
                  <a:pt x="4014" y="60751"/>
                </a:lnTo>
                <a:lnTo>
                  <a:pt x="4550" y="61554"/>
                </a:lnTo>
                <a:lnTo>
                  <a:pt x="4951" y="62357"/>
                </a:lnTo>
                <a:lnTo>
                  <a:pt x="5754" y="63962"/>
                </a:lnTo>
                <a:lnTo>
                  <a:pt x="6557" y="65568"/>
                </a:lnTo>
                <a:lnTo>
                  <a:pt x="7493" y="67308"/>
                </a:lnTo>
                <a:lnTo>
                  <a:pt x="9768" y="70653"/>
                </a:lnTo>
                <a:lnTo>
                  <a:pt x="14184" y="77210"/>
                </a:lnTo>
                <a:lnTo>
                  <a:pt x="21945" y="69984"/>
                </a:lnTo>
                <a:lnTo>
                  <a:pt x="30777" y="62089"/>
                </a:lnTo>
                <a:lnTo>
                  <a:pt x="49912" y="45095"/>
                </a:lnTo>
                <a:lnTo>
                  <a:pt x="68913" y="28234"/>
                </a:lnTo>
                <a:lnTo>
                  <a:pt x="85372" y="13515"/>
                </a:lnTo>
                <a:lnTo>
                  <a:pt x="84970" y="12980"/>
                </a:lnTo>
                <a:lnTo>
                  <a:pt x="84569" y="12445"/>
                </a:lnTo>
                <a:lnTo>
                  <a:pt x="83499" y="11508"/>
                </a:lnTo>
                <a:lnTo>
                  <a:pt x="82294" y="10705"/>
                </a:lnTo>
                <a:lnTo>
                  <a:pt x="81090" y="10036"/>
                </a:lnTo>
                <a:lnTo>
                  <a:pt x="78280" y="8965"/>
                </a:lnTo>
                <a:lnTo>
                  <a:pt x="76942" y="8430"/>
                </a:lnTo>
                <a:lnTo>
                  <a:pt x="75604" y="7761"/>
                </a:lnTo>
                <a:lnTo>
                  <a:pt x="74399" y="6958"/>
                </a:lnTo>
                <a:lnTo>
                  <a:pt x="73195" y="6155"/>
                </a:lnTo>
                <a:lnTo>
                  <a:pt x="70920" y="4550"/>
                </a:lnTo>
                <a:lnTo>
                  <a:pt x="69716" y="3747"/>
                </a:lnTo>
                <a:lnTo>
                  <a:pt x="68244" y="3078"/>
                </a:lnTo>
                <a:lnTo>
                  <a:pt x="66772" y="2542"/>
                </a:lnTo>
                <a:lnTo>
                  <a:pt x="65300" y="2007"/>
                </a:lnTo>
                <a:lnTo>
                  <a:pt x="62089" y="937"/>
                </a:lnTo>
                <a:lnTo>
                  <a:pt x="59279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110375" lIns="110375" spcFirstLastPara="1" rIns="110375" wrap="square" tIns="11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1"/>
          <p:cNvSpPr/>
          <p:nvPr/>
        </p:nvSpPr>
        <p:spPr>
          <a:xfrm rot="-5155984">
            <a:off x="7450529" y="3894106"/>
            <a:ext cx="377262" cy="1207237"/>
          </a:xfrm>
          <a:custGeom>
            <a:rect b="b" l="l" r="r" t="t"/>
            <a:pathLst>
              <a:path extrusionOk="0" h="92064" w="28770">
                <a:moveTo>
                  <a:pt x="402" y="0"/>
                </a:moveTo>
                <a:lnTo>
                  <a:pt x="536" y="9367"/>
                </a:lnTo>
                <a:lnTo>
                  <a:pt x="536" y="19804"/>
                </a:lnTo>
                <a:lnTo>
                  <a:pt x="268" y="42151"/>
                </a:lnTo>
                <a:lnTo>
                  <a:pt x="0" y="64498"/>
                </a:lnTo>
                <a:lnTo>
                  <a:pt x="0" y="74935"/>
                </a:lnTo>
                <a:lnTo>
                  <a:pt x="134" y="84436"/>
                </a:lnTo>
                <a:lnTo>
                  <a:pt x="268" y="84570"/>
                </a:lnTo>
                <a:lnTo>
                  <a:pt x="402" y="84570"/>
                </a:lnTo>
                <a:lnTo>
                  <a:pt x="803" y="84703"/>
                </a:lnTo>
                <a:lnTo>
                  <a:pt x="2007" y="84570"/>
                </a:lnTo>
                <a:lnTo>
                  <a:pt x="4951" y="84168"/>
                </a:lnTo>
                <a:lnTo>
                  <a:pt x="7895" y="83900"/>
                </a:lnTo>
                <a:lnTo>
                  <a:pt x="8832" y="83900"/>
                </a:lnTo>
                <a:lnTo>
                  <a:pt x="9233" y="84034"/>
                </a:lnTo>
                <a:lnTo>
                  <a:pt x="9769" y="84302"/>
                </a:lnTo>
                <a:lnTo>
                  <a:pt x="10304" y="84837"/>
                </a:lnTo>
                <a:lnTo>
                  <a:pt x="10973" y="85774"/>
                </a:lnTo>
                <a:lnTo>
                  <a:pt x="11776" y="86577"/>
                </a:lnTo>
                <a:lnTo>
                  <a:pt x="12712" y="87112"/>
                </a:lnTo>
                <a:lnTo>
                  <a:pt x="13649" y="87513"/>
                </a:lnTo>
                <a:lnTo>
                  <a:pt x="14720" y="87647"/>
                </a:lnTo>
                <a:lnTo>
                  <a:pt x="14853" y="87647"/>
                </a:lnTo>
                <a:lnTo>
                  <a:pt x="15924" y="87513"/>
                </a:lnTo>
                <a:lnTo>
                  <a:pt x="16861" y="87513"/>
                </a:lnTo>
                <a:lnTo>
                  <a:pt x="17663" y="87647"/>
                </a:lnTo>
                <a:lnTo>
                  <a:pt x="18065" y="87781"/>
                </a:lnTo>
                <a:lnTo>
                  <a:pt x="18466" y="87915"/>
                </a:lnTo>
                <a:lnTo>
                  <a:pt x="18868" y="88316"/>
                </a:lnTo>
                <a:lnTo>
                  <a:pt x="19269" y="88718"/>
                </a:lnTo>
                <a:lnTo>
                  <a:pt x="19804" y="89788"/>
                </a:lnTo>
                <a:lnTo>
                  <a:pt x="20473" y="90725"/>
                </a:lnTo>
                <a:lnTo>
                  <a:pt x="20741" y="91126"/>
                </a:lnTo>
                <a:lnTo>
                  <a:pt x="21276" y="91394"/>
                </a:lnTo>
                <a:lnTo>
                  <a:pt x="21945" y="91662"/>
                </a:lnTo>
                <a:lnTo>
                  <a:pt x="22748" y="91662"/>
                </a:lnTo>
                <a:lnTo>
                  <a:pt x="27833" y="92063"/>
                </a:lnTo>
                <a:lnTo>
                  <a:pt x="28368" y="71590"/>
                </a:lnTo>
                <a:lnTo>
                  <a:pt x="28636" y="50046"/>
                </a:lnTo>
                <a:lnTo>
                  <a:pt x="28770" y="39207"/>
                </a:lnTo>
                <a:lnTo>
                  <a:pt x="28770" y="28502"/>
                </a:lnTo>
                <a:lnTo>
                  <a:pt x="28502" y="18065"/>
                </a:lnTo>
                <a:lnTo>
                  <a:pt x="28101" y="7895"/>
                </a:lnTo>
                <a:lnTo>
                  <a:pt x="25692" y="6958"/>
                </a:lnTo>
                <a:lnTo>
                  <a:pt x="23284" y="6156"/>
                </a:lnTo>
                <a:lnTo>
                  <a:pt x="20741" y="5486"/>
                </a:lnTo>
                <a:lnTo>
                  <a:pt x="18199" y="4951"/>
                </a:lnTo>
                <a:lnTo>
                  <a:pt x="17530" y="4817"/>
                </a:lnTo>
                <a:lnTo>
                  <a:pt x="16994" y="4684"/>
                </a:lnTo>
                <a:lnTo>
                  <a:pt x="16459" y="4282"/>
                </a:lnTo>
                <a:lnTo>
                  <a:pt x="16192" y="3881"/>
                </a:lnTo>
                <a:lnTo>
                  <a:pt x="15522" y="3078"/>
                </a:lnTo>
                <a:lnTo>
                  <a:pt x="14853" y="2409"/>
                </a:lnTo>
                <a:lnTo>
                  <a:pt x="14051" y="1874"/>
                </a:lnTo>
                <a:lnTo>
                  <a:pt x="13248" y="1606"/>
                </a:lnTo>
                <a:lnTo>
                  <a:pt x="12445" y="1338"/>
                </a:lnTo>
                <a:lnTo>
                  <a:pt x="10571" y="937"/>
                </a:lnTo>
                <a:lnTo>
                  <a:pt x="8698" y="669"/>
                </a:lnTo>
                <a:lnTo>
                  <a:pt x="3212" y="669"/>
                </a:lnTo>
                <a:lnTo>
                  <a:pt x="2275" y="535"/>
                </a:lnTo>
                <a:lnTo>
                  <a:pt x="1338" y="268"/>
                </a:lnTo>
                <a:lnTo>
                  <a:pt x="402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110375" lIns="110375" spcFirstLastPara="1" rIns="110375" wrap="square" tIns="11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9" name="Google Shape;49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4050" y="1079751"/>
            <a:ext cx="2779850" cy="31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2"/>
          <p:cNvPicPr preferRelativeResize="0"/>
          <p:nvPr/>
        </p:nvPicPr>
        <p:blipFill rotWithShape="1">
          <a:blip r:embed="rId3">
            <a:alphaModFix/>
          </a:blip>
          <a:srcRect b="24520" l="10815" r="10815" t="29837"/>
          <a:stretch/>
        </p:blipFill>
        <p:spPr>
          <a:xfrm rot="-530364">
            <a:off x="4906694" y="353644"/>
            <a:ext cx="2384268" cy="716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505" name="Google Shape;505;p42"/>
          <p:cNvSpPr txBox="1"/>
          <p:nvPr/>
        </p:nvSpPr>
        <p:spPr>
          <a:xfrm rot="-510241">
            <a:off x="5450297" y="397717"/>
            <a:ext cx="1430225" cy="227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130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Funzionalità</a:t>
            </a:r>
            <a:endParaRPr sz="1200">
              <a:solidFill>
                <a:srgbClr val="47130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06" name="Google Shape;506;p42"/>
          <p:cNvSpPr/>
          <p:nvPr/>
        </p:nvSpPr>
        <p:spPr>
          <a:xfrm rot="-1627224">
            <a:off x="725793" y="866043"/>
            <a:ext cx="1148591" cy="1090546"/>
          </a:xfrm>
          <a:custGeom>
            <a:rect b="b" l="l" r="r" t="t"/>
            <a:pathLst>
              <a:path extrusionOk="0" h="63879" w="67279">
                <a:moveTo>
                  <a:pt x="46868" y="2782"/>
                </a:moveTo>
                <a:cubicBezTo>
                  <a:pt x="32715" y="-6065"/>
                  <a:pt x="8007" y="8478"/>
                  <a:pt x="1428" y="23818"/>
                </a:cubicBezTo>
                <a:cubicBezTo>
                  <a:pt x="-4242" y="37040"/>
                  <a:pt x="9007" y="57476"/>
                  <a:pt x="22886" y="61264"/>
                </a:cubicBezTo>
                <a:cubicBezTo>
                  <a:pt x="28072" y="62679"/>
                  <a:pt x="33706" y="64846"/>
                  <a:pt x="38874" y="63368"/>
                </a:cubicBezTo>
                <a:cubicBezTo>
                  <a:pt x="51177" y="59850"/>
                  <a:pt x="64136" y="49409"/>
                  <a:pt x="66642" y="36861"/>
                </a:cubicBezTo>
                <a:cubicBezTo>
                  <a:pt x="68753" y="26293"/>
                  <a:pt x="64166" y="13768"/>
                  <a:pt x="56545" y="6147"/>
                </a:cubicBezTo>
                <a:cubicBezTo>
                  <a:pt x="53875" y="3477"/>
                  <a:pt x="48554" y="3636"/>
                  <a:pt x="46868" y="25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507" name="Google Shape;50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5" y="3781224"/>
            <a:ext cx="3047552" cy="914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508" name="Google Shape;508;p42"/>
          <p:cNvPicPr preferRelativeResize="0"/>
          <p:nvPr/>
        </p:nvPicPr>
        <p:blipFill rotWithShape="1">
          <a:blip r:embed="rId5">
            <a:alphaModFix/>
          </a:blip>
          <a:srcRect b="0" l="0" r="30357" t="0"/>
          <a:stretch/>
        </p:blipFill>
        <p:spPr>
          <a:xfrm rot="-507115">
            <a:off x="4512305" y="697134"/>
            <a:ext cx="4079091" cy="36063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509" name="Google Shape;509;p42"/>
          <p:cNvSpPr txBox="1"/>
          <p:nvPr>
            <p:ph idx="1" type="subTitle"/>
          </p:nvPr>
        </p:nvSpPr>
        <p:spPr>
          <a:xfrm>
            <a:off x="880850" y="3829850"/>
            <a:ext cx="2679000" cy="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Persistenza </a:t>
            </a: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dell’applicazione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10" name="Google Shape;510;p42"/>
          <p:cNvSpPr txBox="1"/>
          <p:nvPr>
            <p:ph type="title"/>
          </p:nvPr>
        </p:nvSpPr>
        <p:spPr>
          <a:xfrm>
            <a:off x="768375" y="1969250"/>
            <a:ext cx="3934500" cy="14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Persistenza</a:t>
            </a:r>
            <a:endParaRPr sz="4600">
              <a:solidFill>
                <a:schemeClr val="lt2"/>
              </a:solidFill>
            </a:endParaRPr>
          </a:p>
        </p:txBody>
      </p:sp>
      <p:sp>
        <p:nvSpPr>
          <p:cNvPr id="511" name="Google Shape;511;p42"/>
          <p:cNvSpPr txBox="1"/>
          <p:nvPr>
            <p:ph idx="2" type="title"/>
          </p:nvPr>
        </p:nvSpPr>
        <p:spPr>
          <a:xfrm>
            <a:off x="831475" y="836975"/>
            <a:ext cx="1380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12" name="Google Shape;512;p42"/>
          <p:cNvSpPr/>
          <p:nvPr/>
        </p:nvSpPr>
        <p:spPr>
          <a:xfrm rot="1898856">
            <a:off x="7402575" y="427466"/>
            <a:ext cx="1294932" cy="416958"/>
          </a:xfrm>
          <a:custGeom>
            <a:rect b="b" l="l" r="r" t="t"/>
            <a:pathLst>
              <a:path extrusionOk="0" h="27834" w="86443">
                <a:moveTo>
                  <a:pt x="21678" y="0"/>
                </a:moveTo>
                <a:lnTo>
                  <a:pt x="5219" y="268"/>
                </a:lnTo>
                <a:lnTo>
                  <a:pt x="4416" y="1874"/>
                </a:lnTo>
                <a:lnTo>
                  <a:pt x="3747" y="3613"/>
                </a:lnTo>
                <a:lnTo>
                  <a:pt x="3212" y="5219"/>
                </a:lnTo>
                <a:lnTo>
                  <a:pt x="2811" y="6958"/>
                </a:lnTo>
                <a:lnTo>
                  <a:pt x="2543" y="8832"/>
                </a:lnTo>
                <a:lnTo>
                  <a:pt x="2409" y="10571"/>
                </a:lnTo>
                <a:lnTo>
                  <a:pt x="2409" y="12311"/>
                </a:lnTo>
                <a:lnTo>
                  <a:pt x="2543" y="14184"/>
                </a:lnTo>
                <a:lnTo>
                  <a:pt x="2677" y="15389"/>
                </a:lnTo>
                <a:lnTo>
                  <a:pt x="2677" y="16727"/>
                </a:lnTo>
                <a:lnTo>
                  <a:pt x="2543" y="17396"/>
                </a:lnTo>
                <a:lnTo>
                  <a:pt x="2275" y="18199"/>
                </a:lnTo>
                <a:lnTo>
                  <a:pt x="1740" y="19537"/>
                </a:lnTo>
                <a:lnTo>
                  <a:pt x="1071" y="21544"/>
                </a:lnTo>
                <a:lnTo>
                  <a:pt x="536" y="23551"/>
                </a:lnTo>
                <a:lnTo>
                  <a:pt x="134" y="25692"/>
                </a:lnTo>
                <a:lnTo>
                  <a:pt x="1" y="27833"/>
                </a:lnTo>
                <a:lnTo>
                  <a:pt x="9367" y="27699"/>
                </a:lnTo>
                <a:lnTo>
                  <a:pt x="74935" y="27699"/>
                </a:lnTo>
                <a:lnTo>
                  <a:pt x="86443" y="27566"/>
                </a:lnTo>
                <a:lnTo>
                  <a:pt x="86175" y="24889"/>
                </a:lnTo>
                <a:lnTo>
                  <a:pt x="86042" y="22347"/>
                </a:lnTo>
                <a:lnTo>
                  <a:pt x="86042" y="19671"/>
                </a:lnTo>
                <a:lnTo>
                  <a:pt x="86175" y="16994"/>
                </a:lnTo>
                <a:lnTo>
                  <a:pt x="86175" y="16325"/>
                </a:lnTo>
                <a:lnTo>
                  <a:pt x="86042" y="15656"/>
                </a:lnTo>
                <a:lnTo>
                  <a:pt x="85774" y="15255"/>
                </a:lnTo>
                <a:lnTo>
                  <a:pt x="85373" y="14720"/>
                </a:lnTo>
                <a:lnTo>
                  <a:pt x="85239" y="14318"/>
                </a:lnTo>
                <a:lnTo>
                  <a:pt x="85239" y="13917"/>
                </a:lnTo>
                <a:lnTo>
                  <a:pt x="85373" y="13114"/>
                </a:lnTo>
                <a:lnTo>
                  <a:pt x="85373" y="12311"/>
                </a:lnTo>
                <a:lnTo>
                  <a:pt x="85373" y="11910"/>
                </a:lnTo>
                <a:lnTo>
                  <a:pt x="85239" y="11508"/>
                </a:lnTo>
                <a:lnTo>
                  <a:pt x="84971" y="11107"/>
                </a:lnTo>
                <a:lnTo>
                  <a:pt x="84703" y="10839"/>
                </a:lnTo>
                <a:lnTo>
                  <a:pt x="84168" y="10304"/>
                </a:lnTo>
                <a:lnTo>
                  <a:pt x="83767" y="9635"/>
                </a:lnTo>
                <a:lnTo>
                  <a:pt x="83633" y="8966"/>
                </a:lnTo>
                <a:lnTo>
                  <a:pt x="83633" y="8163"/>
                </a:lnTo>
                <a:lnTo>
                  <a:pt x="83767" y="7360"/>
                </a:lnTo>
                <a:lnTo>
                  <a:pt x="84034" y="5620"/>
                </a:lnTo>
                <a:lnTo>
                  <a:pt x="84168" y="3881"/>
                </a:lnTo>
                <a:lnTo>
                  <a:pt x="84302" y="2141"/>
                </a:lnTo>
                <a:lnTo>
                  <a:pt x="84703" y="402"/>
                </a:lnTo>
                <a:lnTo>
                  <a:pt x="61420" y="134"/>
                </a:lnTo>
                <a:lnTo>
                  <a:pt x="38137" y="0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2"/>
          <p:cNvSpPr/>
          <p:nvPr/>
        </p:nvSpPr>
        <p:spPr>
          <a:xfrm rot="-2700000">
            <a:off x="4640652" y="3558322"/>
            <a:ext cx="439006" cy="1543485"/>
          </a:xfrm>
          <a:custGeom>
            <a:rect b="b" l="l" r="r" t="t"/>
            <a:pathLst>
              <a:path extrusionOk="0" h="103036" w="29306">
                <a:moveTo>
                  <a:pt x="28503" y="1"/>
                </a:moveTo>
                <a:lnTo>
                  <a:pt x="22347" y="3480"/>
                </a:lnTo>
                <a:lnTo>
                  <a:pt x="21411" y="3881"/>
                </a:lnTo>
                <a:lnTo>
                  <a:pt x="20474" y="4283"/>
                </a:lnTo>
                <a:lnTo>
                  <a:pt x="19537" y="4416"/>
                </a:lnTo>
                <a:lnTo>
                  <a:pt x="18467" y="4416"/>
                </a:lnTo>
                <a:lnTo>
                  <a:pt x="17396" y="4684"/>
                </a:lnTo>
                <a:lnTo>
                  <a:pt x="16460" y="5085"/>
                </a:lnTo>
                <a:lnTo>
                  <a:pt x="15389" y="5621"/>
                </a:lnTo>
                <a:lnTo>
                  <a:pt x="14452" y="6290"/>
                </a:lnTo>
                <a:lnTo>
                  <a:pt x="12579" y="7628"/>
                </a:lnTo>
                <a:lnTo>
                  <a:pt x="11642" y="8297"/>
                </a:lnTo>
                <a:lnTo>
                  <a:pt x="10572" y="8832"/>
                </a:lnTo>
                <a:lnTo>
                  <a:pt x="9234" y="9234"/>
                </a:lnTo>
                <a:lnTo>
                  <a:pt x="7762" y="9367"/>
                </a:lnTo>
                <a:lnTo>
                  <a:pt x="4952" y="9635"/>
                </a:lnTo>
                <a:lnTo>
                  <a:pt x="3480" y="10036"/>
                </a:lnTo>
                <a:lnTo>
                  <a:pt x="2008" y="10572"/>
                </a:lnTo>
                <a:lnTo>
                  <a:pt x="1339" y="10973"/>
                </a:lnTo>
                <a:lnTo>
                  <a:pt x="804" y="11375"/>
                </a:lnTo>
                <a:lnTo>
                  <a:pt x="402" y="11910"/>
                </a:lnTo>
                <a:lnTo>
                  <a:pt x="1" y="12579"/>
                </a:lnTo>
                <a:lnTo>
                  <a:pt x="135" y="32249"/>
                </a:lnTo>
                <a:lnTo>
                  <a:pt x="135" y="54328"/>
                </a:lnTo>
                <a:lnTo>
                  <a:pt x="135" y="76407"/>
                </a:lnTo>
                <a:lnTo>
                  <a:pt x="135" y="86711"/>
                </a:lnTo>
                <a:lnTo>
                  <a:pt x="268" y="96212"/>
                </a:lnTo>
                <a:lnTo>
                  <a:pt x="402" y="96881"/>
                </a:lnTo>
                <a:lnTo>
                  <a:pt x="670" y="97550"/>
                </a:lnTo>
                <a:lnTo>
                  <a:pt x="1339" y="98754"/>
                </a:lnTo>
                <a:lnTo>
                  <a:pt x="2142" y="99691"/>
                </a:lnTo>
                <a:lnTo>
                  <a:pt x="3212" y="100627"/>
                </a:lnTo>
                <a:lnTo>
                  <a:pt x="5219" y="101966"/>
                </a:lnTo>
                <a:lnTo>
                  <a:pt x="6156" y="102367"/>
                </a:lnTo>
                <a:lnTo>
                  <a:pt x="7360" y="102768"/>
                </a:lnTo>
                <a:lnTo>
                  <a:pt x="8699" y="103036"/>
                </a:lnTo>
                <a:lnTo>
                  <a:pt x="12579" y="103036"/>
                </a:lnTo>
                <a:lnTo>
                  <a:pt x="14319" y="102768"/>
                </a:lnTo>
                <a:lnTo>
                  <a:pt x="15121" y="102635"/>
                </a:lnTo>
                <a:lnTo>
                  <a:pt x="15924" y="102233"/>
                </a:lnTo>
                <a:lnTo>
                  <a:pt x="16593" y="101832"/>
                </a:lnTo>
                <a:lnTo>
                  <a:pt x="17262" y="101296"/>
                </a:lnTo>
                <a:lnTo>
                  <a:pt x="18199" y="100360"/>
                </a:lnTo>
                <a:lnTo>
                  <a:pt x="19002" y="99289"/>
                </a:lnTo>
                <a:lnTo>
                  <a:pt x="19939" y="98353"/>
                </a:lnTo>
                <a:lnTo>
                  <a:pt x="21009" y="97684"/>
                </a:lnTo>
                <a:lnTo>
                  <a:pt x="22213" y="97148"/>
                </a:lnTo>
                <a:lnTo>
                  <a:pt x="23418" y="96747"/>
                </a:lnTo>
                <a:lnTo>
                  <a:pt x="24756" y="96479"/>
                </a:lnTo>
                <a:lnTo>
                  <a:pt x="26094" y="96345"/>
                </a:lnTo>
                <a:lnTo>
                  <a:pt x="28770" y="96212"/>
                </a:lnTo>
                <a:lnTo>
                  <a:pt x="29038" y="73731"/>
                </a:lnTo>
                <a:lnTo>
                  <a:pt x="29306" y="48173"/>
                </a:lnTo>
                <a:lnTo>
                  <a:pt x="29172" y="35193"/>
                </a:lnTo>
                <a:lnTo>
                  <a:pt x="29172" y="22615"/>
                </a:lnTo>
                <a:lnTo>
                  <a:pt x="28904" y="10706"/>
                </a:lnTo>
                <a:lnTo>
                  <a:pt x="28503" y="1"/>
                </a:lnTo>
                <a:close/>
              </a:path>
            </a:pathLst>
          </a:custGeom>
          <a:solidFill>
            <a:srgbClr val="FFB055">
              <a:alpha val="51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4" name="Google Shape;514;p42"/>
          <p:cNvGrpSpPr/>
          <p:nvPr/>
        </p:nvGrpSpPr>
        <p:grpSpPr>
          <a:xfrm>
            <a:off x="5577803" y="3013665"/>
            <a:ext cx="765653" cy="767559"/>
            <a:chOff x="-3771675" y="3971775"/>
            <a:chExt cx="291300" cy="292025"/>
          </a:xfrm>
        </p:grpSpPr>
        <p:sp>
          <p:nvSpPr>
            <p:cNvPr id="515" name="Google Shape;515;p42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2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2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2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66875" lIns="166875" spcFirstLastPara="1" rIns="166875" wrap="square" tIns="166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" name="Google Shape;520;p42"/>
          <p:cNvGrpSpPr/>
          <p:nvPr/>
        </p:nvGrpSpPr>
        <p:grpSpPr>
          <a:xfrm>
            <a:off x="5175979" y="1678772"/>
            <a:ext cx="622281" cy="631813"/>
            <a:chOff x="-59400775" y="4084200"/>
            <a:chExt cx="311125" cy="315875"/>
          </a:xfrm>
        </p:grpSpPr>
        <p:sp>
          <p:nvSpPr>
            <p:cNvPr id="521" name="Google Shape;521;p42"/>
            <p:cNvSpPr/>
            <p:nvPr/>
          </p:nvSpPr>
          <p:spPr>
            <a:xfrm>
              <a:off x="-5940077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-59400000" y="4084200"/>
              <a:ext cx="89825" cy="212700"/>
            </a:xfrm>
            <a:custGeom>
              <a:rect b="b" l="l" r="r" t="t"/>
              <a:pathLst>
                <a:path extrusionOk="0" h="8508" w="3593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2"/>
            <p:cNvSpPr/>
            <p:nvPr/>
          </p:nvSpPr>
          <p:spPr>
            <a:xfrm>
              <a:off x="-59290500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-5929050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-5918102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-5917945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42"/>
          <p:cNvGrpSpPr/>
          <p:nvPr/>
        </p:nvGrpSpPr>
        <p:grpSpPr>
          <a:xfrm>
            <a:off x="6887849" y="1389863"/>
            <a:ext cx="806871" cy="631806"/>
            <a:chOff x="-41526450" y="3653375"/>
            <a:chExt cx="315875" cy="247350"/>
          </a:xfrm>
        </p:grpSpPr>
        <p:sp>
          <p:nvSpPr>
            <p:cNvPr id="528" name="Google Shape;528;p42"/>
            <p:cNvSpPr/>
            <p:nvPr/>
          </p:nvSpPr>
          <p:spPr>
            <a:xfrm>
              <a:off x="-41526450" y="3860525"/>
              <a:ext cx="315875" cy="40200"/>
            </a:xfrm>
            <a:custGeom>
              <a:rect b="b" l="l" r="r" t="t"/>
              <a:pathLst>
                <a:path extrusionOk="0" h="1608" w="12635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99875" lIns="199875" spcFirstLastPara="1" rIns="199875" wrap="square" tIns="199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2"/>
            <p:cNvSpPr/>
            <p:nvPr/>
          </p:nvSpPr>
          <p:spPr>
            <a:xfrm>
              <a:off x="-41506750" y="3653375"/>
              <a:ext cx="275700" cy="186700"/>
            </a:xfrm>
            <a:custGeom>
              <a:rect b="b" l="l" r="r" t="t"/>
              <a:pathLst>
                <a:path extrusionOk="0" h="7468" w="11028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99875" lIns="199875" spcFirstLastPara="1" rIns="199875" wrap="square" tIns="199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" name="Google Shape;530;p42"/>
          <p:cNvGrpSpPr/>
          <p:nvPr/>
        </p:nvGrpSpPr>
        <p:grpSpPr>
          <a:xfrm>
            <a:off x="7072426" y="2747705"/>
            <a:ext cx="622289" cy="566851"/>
            <a:chOff x="-40745125" y="3632900"/>
            <a:chExt cx="318225" cy="289875"/>
          </a:xfrm>
        </p:grpSpPr>
        <p:sp>
          <p:nvSpPr>
            <p:cNvPr id="531" name="Google Shape;531;p42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3000" lIns="153000" spcFirstLastPara="1" rIns="153000" wrap="square" tIns="15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2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3000" lIns="153000" spcFirstLastPara="1" rIns="153000" wrap="square" tIns="15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2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3000" lIns="153000" spcFirstLastPara="1" rIns="153000" wrap="square" tIns="15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2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3000" lIns="153000" spcFirstLastPara="1" rIns="153000" wrap="square" tIns="15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2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3000" lIns="153000" spcFirstLastPara="1" rIns="153000" wrap="square" tIns="15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2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3000" lIns="153000" spcFirstLastPara="1" rIns="153000" wrap="square" tIns="15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2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C57638"/>
            </a:solidFill>
            <a:ln>
              <a:noFill/>
            </a:ln>
          </p:spPr>
          <p:txBody>
            <a:bodyPr anchorCtr="0" anchor="ctr" bIns="153000" lIns="153000" spcFirstLastPara="1" rIns="153000" wrap="square" tIns="15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/>
          <p:nvPr>
            <p:ph type="title"/>
          </p:nvPr>
        </p:nvSpPr>
        <p:spPr>
          <a:xfrm>
            <a:off x="837250" y="450400"/>
            <a:ext cx="65460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Gestione della persistenza</a:t>
            </a:r>
            <a:endParaRPr/>
          </a:p>
        </p:txBody>
      </p:sp>
      <p:sp>
        <p:nvSpPr>
          <p:cNvPr id="543" name="Google Shape;543;p43"/>
          <p:cNvSpPr txBox="1"/>
          <p:nvPr>
            <p:ph idx="1" type="body"/>
          </p:nvPr>
        </p:nvSpPr>
        <p:spPr>
          <a:xfrm>
            <a:off x="1083750" y="1305875"/>
            <a:ext cx="6976500" cy="34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È stato implementato, all’interno del prototipo, e rimanendo fedeli alle scelte progettuali, un modello di persistenza basato su JDBC con modalità forza bruta ed operazioni CRUD.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Utilizzata, per semplicità, una factory come punto di accesso alla persistenza: 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Ogni entità del dominio ha una repository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Ciascuna repository riceve un DataSource che utilizza per aprire connessioni al db quando servono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In questa maniera, i</a:t>
            </a:r>
            <a:r>
              <a:rPr lang="en" sz="1600"/>
              <a:t>l livello applicativo è totalmente disaccoppiato dai dettagli implementativi della persistenza.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544" name="Google Shape;544;p43"/>
          <p:cNvSpPr txBox="1"/>
          <p:nvPr/>
        </p:nvSpPr>
        <p:spPr>
          <a:xfrm>
            <a:off x="6500500" y="2509725"/>
            <a:ext cx="26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4"/>
          <p:cNvSpPr txBox="1"/>
          <p:nvPr>
            <p:ph type="title"/>
          </p:nvPr>
        </p:nvSpPr>
        <p:spPr>
          <a:xfrm>
            <a:off x="837250" y="450400"/>
            <a:ext cx="65460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Conclusioni</a:t>
            </a:r>
            <a:endParaRPr/>
          </a:p>
        </p:txBody>
      </p:sp>
      <p:sp>
        <p:nvSpPr>
          <p:cNvPr id="550" name="Google Shape;550;p44"/>
          <p:cNvSpPr txBox="1"/>
          <p:nvPr>
            <p:ph idx="1" type="body"/>
          </p:nvPr>
        </p:nvSpPr>
        <p:spPr>
          <a:xfrm>
            <a:off x="837250" y="1305875"/>
            <a:ext cx="6976500" cy="34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La soluzione rispetta i requisiti delineati.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Viene garantito il rispetto delle norme GDPR.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Sono consentite future estensioni, introduzioni di nuove funzionalità e variazioni a quelle presenti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È garantita portabilità grazie alla scelta del linguaggio Java e la distribuzione dei corrispondenti pacchetti .war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È garantita sicurezza attraverso controlli server side sulle azioni dell’utente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1" name="Google Shape;551;p44"/>
          <p:cNvSpPr txBox="1"/>
          <p:nvPr/>
        </p:nvSpPr>
        <p:spPr>
          <a:xfrm>
            <a:off x="6500500" y="2509725"/>
            <a:ext cx="26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.S. National Pecan Month Minitheme by Slidesgo">
  <a:themeElements>
    <a:clrScheme name="Simple Light">
      <a:dk1>
        <a:srgbClr val="47130F"/>
      </a:dk1>
      <a:lt1>
        <a:srgbClr val="FFFFFF"/>
      </a:lt1>
      <a:dk2>
        <a:srgbClr val="956B45"/>
      </a:dk2>
      <a:lt2>
        <a:srgbClr val="FCDE83"/>
      </a:lt2>
      <a:accent1>
        <a:srgbClr val="E9DEBD"/>
      </a:accent1>
      <a:accent2>
        <a:srgbClr val="FFB055"/>
      </a:accent2>
      <a:accent3>
        <a:srgbClr val="E2DFC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